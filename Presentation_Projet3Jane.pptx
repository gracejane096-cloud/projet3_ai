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360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B7242A-114C-4DEB-9618-44F16F5E923F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E67DEA2-F70B-4A08-98BB-AAE8E6CD9589}">
      <dgm:prSet/>
      <dgm:spPr/>
      <dgm:t>
        <a:bodyPr/>
        <a:lstStyle/>
        <a:p>
          <a:r>
            <a:rPr lang="en-US"/>
            <a:t>Technologies principales :</a:t>
          </a:r>
        </a:p>
      </dgm:t>
    </dgm:pt>
    <dgm:pt modelId="{1FAC8922-A97E-40A3-80EA-F7752394B1F1}" type="parTrans" cxnId="{7EA2F8DF-3E93-41A6-819D-C90BC3F9D18D}">
      <dgm:prSet/>
      <dgm:spPr/>
      <dgm:t>
        <a:bodyPr/>
        <a:lstStyle/>
        <a:p>
          <a:endParaRPr lang="en-US"/>
        </a:p>
      </dgm:t>
    </dgm:pt>
    <dgm:pt modelId="{F02DB6F5-C553-402A-BAA6-673112A66629}" type="sibTrans" cxnId="{7EA2F8DF-3E93-41A6-819D-C90BC3F9D18D}">
      <dgm:prSet/>
      <dgm:spPr/>
      <dgm:t>
        <a:bodyPr/>
        <a:lstStyle/>
        <a:p>
          <a:endParaRPr lang="en-US"/>
        </a:p>
      </dgm:t>
    </dgm:pt>
    <dgm:pt modelId="{E50B3EC5-6080-45EC-AFA9-6CE533BDA183}">
      <dgm:prSet/>
      <dgm:spPr/>
      <dgm:t>
        <a:bodyPr/>
        <a:lstStyle/>
        <a:p>
          <a:r>
            <a:rPr lang="en-US"/>
            <a:t>Streamlit – Interface Web Python</a:t>
          </a:r>
        </a:p>
      </dgm:t>
    </dgm:pt>
    <dgm:pt modelId="{E568626A-7EF1-4555-B6A8-BBAE952B068C}" type="parTrans" cxnId="{EBEDBAAB-D877-48E7-A427-7294582D8ABD}">
      <dgm:prSet/>
      <dgm:spPr/>
      <dgm:t>
        <a:bodyPr/>
        <a:lstStyle/>
        <a:p>
          <a:endParaRPr lang="en-US"/>
        </a:p>
      </dgm:t>
    </dgm:pt>
    <dgm:pt modelId="{3B073F55-B607-4B4D-9F48-0CCD6C1E3802}" type="sibTrans" cxnId="{EBEDBAAB-D877-48E7-A427-7294582D8ABD}">
      <dgm:prSet/>
      <dgm:spPr/>
      <dgm:t>
        <a:bodyPr/>
        <a:lstStyle/>
        <a:p>
          <a:endParaRPr lang="en-US"/>
        </a:p>
      </dgm:t>
    </dgm:pt>
    <dgm:pt modelId="{51F20316-040B-42CE-A8D8-B1E2DFEE83E0}">
      <dgm:prSet/>
      <dgm:spPr/>
      <dgm:t>
        <a:bodyPr/>
        <a:lstStyle/>
        <a:p>
          <a:r>
            <a:rPr lang="en-US"/>
            <a:t>HuggingFace Transformers – Modèles IA</a:t>
          </a:r>
        </a:p>
      </dgm:t>
    </dgm:pt>
    <dgm:pt modelId="{A9C76B1D-4806-4903-B5EA-A7182E06486C}" type="parTrans" cxnId="{C2FB8DFC-0784-45CB-A179-D1478551F56D}">
      <dgm:prSet/>
      <dgm:spPr/>
      <dgm:t>
        <a:bodyPr/>
        <a:lstStyle/>
        <a:p>
          <a:endParaRPr lang="en-US"/>
        </a:p>
      </dgm:t>
    </dgm:pt>
    <dgm:pt modelId="{211725D4-82DF-4265-B770-C4119209D451}" type="sibTrans" cxnId="{C2FB8DFC-0784-45CB-A179-D1478551F56D}">
      <dgm:prSet/>
      <dgm:spPr/>
      <dgm:t>
        <a:bodyPr/>
        <a:lstStyle/>
        <a:p>
          <a:endParaRPr lang="en-US"/>
        </a:p>
      </dgm:t>
    </dgm:pt>
    <dgm:pt modelId="{BC669691-9A80-4DA5-8C08-6AB8D64E771E}">
      <dgm:prSet/>
      <dgm:spPr/>
      <dgm:t>
        <a:bodyPr/>
        <a:lstStyle/>
        <a:p>
          <a:r>
            <a:rPr lang="en-US"/>
            <a:t>BLIP – Modèle vision+langage</a:t>
          </a:r>
        </a:p>
      </dgm:t>
    </dgm:pt>
    <dgm:pt modelId="{8936E14E-9763-4DCB-A4AA-2B15A0E20A50}" type="parTrans" cxnId="{A6C09FFF-C648-4721-8E69-F5A90BC9F6E4}">
      <dgm:prSet/>
      <dgm:spPr/>
      <dgm:t>
        <a:bodyPr/>
        <a:lstStyle/>
        <a:p>
          <a:endParaRPr lang="en-US"/>
        </a:p>
      </dgm:t>
    </dgm:pt>
    <dgm:pt modelId="{D0547BF2-9354-44A2-BA8A-A084A2AA10D0}" type="sibTrans" cxnId="{A6C09FFF-C648-4721-8E69-F5A90BC9F6E4}">
      <dgm:prSet/>
      <dgm:spPr/>
      <dgm:t>
        <a:bodyPr/>
        <a:lstStyle/>
        <a:p>
          <a:endParaRPr lang="en-US"/>
        </a:p>
      </dgm:t>
    </dgm:pt>
    <dgm:pt modelId="{4413FA6E-CA21-439D-B420-C35213685FBB}">
      <dgm:prSet/>
      <dgm:spPr/>
      <dgm:t>
        <a:bodyPr/>
        <a:lstStyle/>
        <a:p>
          <a:r>
            <a:rPr lang="en-US"/>
            <a:t>Torch – Backend IA</a:t>
          </a:r>
        </a:p>
      </dgm:t>
    </dgm:pt>
    <dgm:pt modelId="{C917CF85-0546-44A4-87B1-BEF1B72A34A0}" type="parTrans" cxnId="{CBD4603B-B9C2-4DCC-8030-A70379E50361}">
      <dgm:prSet/>
      <dgm:spPr/>
      <dgm:t>
        <a:bodyPr/>
        <a:lstStyle/>
        <a:p>
          <a:endParaRPr lang="en-US"/>
        </a:p>
      </dgm:t>
    </dgm:pt>
    <dgm:pt modelId="{92ED5844-868E-47CA-9936-0B9F2D5C2A02}" type="sibTrans" cxnId="{CBD4603B-B9C2-4DCC-8030-A70379E50361}">
      <dgm:prSet/>
      <dgm:spPr/>
      <dgm:t>
        <a:bodyPr/>
        <a:lstStyle/>
        <a:p>
          <a:endParaRPr lang="en-US"/>
        </a:p>
      </dgm:t>
    </dgm:pt>
    <dgm:pt modelId="{67DE09C9-7604-4513-9C13-2883255F2F46}">
      <dgm:prSet/>
      <dgm:spPr/>
      <dgm:t>
        <a:bodyPr/>
        <a:lstStyle/>
        <a:p>
          <a:r>
            <a:rPr lang="en-US"/>
            <a:t>VS Code – IDE</a:t>
          </a:r>
        </a:p>
      </dgm:t>
    </dgm:pt>
    <dgm:pt modelId="{0BBE0D6C-44CA-415A-9B1E-14DB3D275183}" type="parTrans" cxnId="{151517B1-CE84-4D82-A212-094589A5BF79}">
      <dgm:prSet/>
      <dgm:spPr/>
      <dgm:t>
        <a:bodyPr/>
        <a:lstStyle/>
        <a:p>
          <a:endParaRPr lang="en-US"/>
        </a:p>
      </dgm:t>
    </dgm:pt>
    <dgm:pt modelId="{C1416040-6600-4046-B3DD-A5BFC9388167}" type="sibTrans" cxnId="{151517B1-CE84-4D82-A212-094589A5BF79}">
      <dgm:prSet/>
      <dgm:spPr/>
      <dgm:t>
        <a:bodyPr/>
        <a:lstStyle/>
        <a:p>
          <a:endParaRPr lang="en-US"/>
        </a:p>
      </dgm:t>
    </dgm:pt>
    <dgm:pt modelId="{12C73B96-EC0C-417C-87B2-2D566F67B8C9}">
      <dgm:prSet/>
      <dgm:spPr/>
      <dgm:t>
        <a:bodyPr/>
        <a:lstStyle/>
        <a:p>
          <a:r>
            <a:rPr lang="en-US"/>
            <a:t>GitHub Copilot – Assistant de développement</a:t>
          </a:r>
        </a:p>
      </dgm:t>
    </dgm:pt>
    <dgm:pt modelId="{5B262AE5-A006-465D-8612-88C037E473FB}" type="parTrans" cxnId="{421493C1-BC10-4F43-A7F7-E6C80BC1ADE8}">
      <dgm:prSet/>
      <dgm:spPr/>
      <dgm:t>
        <a:bodyPr/>
        <a:lstStyle/>
        <a:p>
          <a:endParaRPr lang="en-US"/>
        </a:p>
      </dgm:t>
    </dgm:pt>
    <dgm:pt modelId="{71F69834-E498-41D8-A8FF-A0835F6F01CF}" type="sibTrans" cxnId="{421493C1-BC10-4F43-A7F7-E6C80BC1ADE8}">
      <dgm:prSet/>
      <dgm:spPr/>
      <dgm:t>
        <a:bodyPr/>
        <a:lstStyle/>
        <a:p>
          <a:endParaRPr lang="en-US"/>
        </a:p>
      </dgm:t>
    </dgm:pt>
    <dgm:pt modelId="{B2C93D62-1CB2-471B-909C-663AAAB0E1C0}" type="pres">
      <dgm:prSet presAssocID="{D9B7242A-114C-4DEB-9618-44F16F5E923F}" presName="vert0" presStyleCnt="0">
        <dgm:presLayoutVars>
          <dgm:dir/>
          <dgm:animOne val="branch"/>
          <dgm:animLvl val="lvl"/>
        </dgm:presLayoutVars>
      </dgm:prSet>
      <dgm:spPr/>
    </dgm:pt>
    <dgm:pt modelId="{31E5D94C-E542-4EB6-AE2E-CB3DBD32658F}" type="pres">
      <dgm:prSet presAssocID="{EE67DEA2-F70B-4A08-98BB-AAE8E6CD9589}" presName="thickLine" presStyleLbl="alignNode1" presStyleIdx="0" presStyleCnt="7"/>
      <dgm:spPr/>
    </dgm:pt>
    <dgm:pt modelId="{42BFCEF1-90C4-48F3-8286-59675FD6E215}" type="pres">
      <dgm:prSet presAssocID="{EE67DEA2-F70B-4A08-98BB-AAE8E6CD9589}" presName="horz1" presStyleCnt="0"/>
      <dgm:spPr/>
    </dgm:pt>
    <dgm:pt modelId="{29A8E735-AD5D-4272-8388-658BDCF101E9}" type="pres">
      <dgm:prSet presAssocID="{EE67DEA2-F70B-4A08-98BB-AAE8E6CD9589}" presName="tx1" presStyleLbl="revTx" presStyleIdx="0" presStyleCnt="7"/>
      <dgm:spPr/>
    </dgm:pt>
    <dgm:pt modelId="{01A26CC0-1783-4D15-8B06-919CA1D637CD}" type="pres">
      <dgm:prSet presAssocID="{EE67DEA2-F70B-4A08-98BB-AAE8E6CD9589}" presName="vert1" presStyleCnt="0"/>
      <dgm:spPr/>
    </dgm:pt>
    <dgm:pt modelId="{4122C258-20BE-4136-8530-7281E4867456}" type="pres">
      <dgm:prSet presAssocID="{E50B3EC5-6080-45EC-AFA9-6CE533BDA183}" presName="thickLine" presStyleLbl="alignNode1" presStyleIdx="1" presStyleCnt="7"/>
      <dgm:spPr/>
    </dgm:pt>
    <dgm:pt modelId="{7F6F4DD6-4770-461C-92DE-BDF6355CA107}" type="pres">
      <dgm:prSet presAssocID="{E50B3EC5-6080-45EC-AFA9-6CE533BDA183}" presName="horz1" presStyleCnt="0"/>
      <dgm:spPr/>
    </dgm:pt>
    <dgm:pt modelId="{9193F6F1-C22F-4456-887E-5C8C3A8B7710}" type="pres">
      <dgm:prSet presAssocID="{E50B3EC5-6080-45EC-AFA9-6CE533BDA183}" presName="tx1" presStyleLbl="revTx" presStyleIdx="1" presStyleCnt="7"/>
      <dgm:spPr/>
    </dgm:pt>
    <dgm:pt modelId="{255D21C7-9286-49EB-B0FF-E4CCEB5EE905}" type="pres">
      <dgm:prSet presAssocID="{E50B3EC5-6080-45EC-AFA9-6CE533BDA183}" presName="vert1" presStyleCnt="0"/>
      <dgm:spPr/>
    </dgm:pt>
    <dgm:pt modelId="{2C45EE7C-2FBC-4AFC-A52C-986F0DC978AA}" type="pres">
      <dgm:prSet presAssocID="{51F20316-040B-42CE-A8D8-B1E2DFEE83E0}" presName="thickLine" presStyleLbl="alignNode1" presStyleIdx="2" presStyleCnt="7"/>
      <dgm:spPr/>
    </dgm:pt>
    <dgm:pt modelId="{79780DD0-46F0-4048-BC43-DF66B3859227}" type="pres">
      <dgm:prSet presAssocID="{51F20316-040B-42CE-A8D8-B1E2DFEE83E0}" presName="horz1" presStyleCnt="0"/>
      <dgm:spPr/>
    </dgm:pt>
    <dgm:pt modelId="{74B4FCCE-1952-4937-A4A3-041C777A38BB}" type="pres">
      <dgm:prSet presAssocID="{51F20316-040B-42CE-A8D8-B1E2DFEE83E0}" presName="tx1" presStyleLbl="revTx" presStyleIdx="2" presStyleCnt="7"/>
      <dgm:spPr/>
    </dgm:pt>
    <dgm:pt modelId="{F0BB84BA-A194-4FC7-9990-BA6D0A5E8103}" type="pres">
      <dgm:prSet presAssocID="{51F20316-040B-42CE-A8D8-B1E2DFEE83E0}" presName="vert1" presStyleCnt="0"/>
      <dgm:spPr/>
    </dgm:pt>
    <dgm:pt modelId="{CEAA22A6-FBC3-4C15-9714-1C8946E5CDE5}" type="pres">
      <dgm:prSet presAssocID="{BC669691-9A80-4DA5-8C08-6AB8D64E771E}" presName="thickLine" presStyleLbl="alignNode1" presStyleIdx="3" presStyleCnt="7"/>
      <dgm:spPr/>
    </dgm:pt>
    <dgm:pt modelId="{1C638AD2-9F74-41D2-BCA9-653065BA8644}" type="pres">
      <dgm:prSet presAssocID="{BC669691-9A80-4DA5-8C08-6AB8D64E771E}" presName="horz1" presStyleCnt="0"/>
      <dgm:spPr/>
    </dgm:pt>
    <dgm:pt modelId="{BC503C44-0138-4754-A3FC-E7E64975AF7B}" type="pres">
      <dgm:prSet presAssocID="{BC669691-9A80-4DA5-8C08-6AB8D64E771E}" presName="tx1" presStyleLbl="revTx" presStyleIdx="3" presStyleCnt="7"/>
      <dgm:spPr/>
    </dgm:pt>
    <dgm:pt modelId="{20553759-7E47-4EDA-8823-79C0977DCE4B}" type="pres">
      <dgm:prSet presAssocID="{BC669691-9A80-4DA5-8C08-6AB8D64E771E}" presName="vert1" presStyleCnt="0"/>
      <dgm:spPr/>
    </dgm:pt>
    <dgm:pt modelId="{6649AD73-A71D-4EB1-B5C7-DC3638B925E5}" type="pres">
      <dgm:prSet presAssocID="{4413FA6E-CA21-439D-B420-C35213685FBB}" presName="thickLine" presStyleLbl="alignNode1" presStyleIdx="4" presStyleCnt="7"/>
      <dgm:spPr/>
    </dgm:pt>
    <dgm:pt modelId="{0FACC683-E8EF-4992-8613-F9C178203821}" type="pres">
      <dgm:prSet presAssocID="{4413FA6E-CA21-439D-B420-C35213685FBB}" presName="horz1" presStyleCnt="0"/>
      <dgm:spPr/>
    </dgm:pt>
    <dgm:pt modelId="{A4514C9E-2DBA-44E1-8FF6-BEE64156E1B1}" type="pres">
      <dgm:prSet presAssocID="{4413FA6E-CA21-439D-B420-C35213685FBB}" presName="tx1" presStyleLbl="revTx" presStyleIdx="4" presStyleCnt="7"/>
      <dgm:spPr/>
    </dgm:pt>
    <dgm:pt modelId="{377DB21A-E1AD-4230-983B-6DCAA329EB1E}" type="pres">
      <dgm:prSet presAssocID="{4413FA6E-CA21-439D-B420-C35213685FBB}" presName="vert1" presStyleCnt="0"/>
      <dgm:spPr/>
    </dgm:pt>
    <dgm:pt modelId="{7A28E746-FFAE-47D5-8FED-9D1911174E0F}" type="pres">
      <dgm:prSet presAssocID="{67DE09C9-7604-4513-9C13-2883255F2F46}" presName="thickLine" presStyleLbl="alignNode1" presStyleIdx="5" presStyleCnt="7"/>
      <dgm:spPr/>
    </dgm:pt>
    <dgm:pt modelId="{77F1CCCB-0B23-404A-B946-C4FE75CD06B1}" type="pres">
      <dgm:prSet presAssocID="{67DE09C9-7604-4513-9C13-2883255F2F46}" presName="horz1" presStyleCnt="0"/>
      <dgm:spPr/>
    </dgm:pt>
    <dgm:pt modelId="{C946F809-FE44-4A04-B5B3-9D3D909966F1}" type="pres">
      <dgm:prSet presAssocID="{67DE09C9-7604-4513-9C13-2883255F2F46}" presName="tx1" presStyleLbl="revTx" presStyleIdx="5" presStyleCnt="7"/>
      <dgm:spPr/>
    </dgm:pt>
    <dgm:pt modelId="{E7514BBD-ABC1-446D-B6AE-D7829CDAA3B8}" type="pres">
      <dgm:prSet presAssocID="{67DE09C9-7604-4513-9C13-2883255F2F46}" presName="vert1" presStyleCnt="0"/>
      <dgm:spPr/>
    </dgm:pt>
    <dgm:pt modelId="{69B65134-8D1D-4CA8-9497-A7E438526853}" type="pres">
      <dgm:prSet presAssocID="{12C73B96-EC0C-417C-87B2-2D566F67B8C9}" presName="thickLine" presStyleLbl="alignNode1" presStyleIdx="6" presStyleCnt="7"/>
      <dgm:spPr/>
    </dgm:pt>
    <dgm:pt modelId="{E5A71A16-AFE9-4693-B754-5B58E998F86F}" type="pres">
      <dgm:prSet presAssocID="{12C73B96-EC0C-417C-87B2-2D566F67B8C9}" presName="horz1" presStyleCnt="0"/>
      <dgm:spPr/>
    </dgm:pt>
    <dgm:pt modelId="{5C918294-39ED-45A8-ABC6-188164ADBFF3}" type="pres">
      <dgm:prSet presAssocID="{12C73B96-EC0C-417C-87B2-2D566F67B8C9}" presName="tx1" presStyleLbl="revTx" presStyleIdx="6" presStyleCnt="7"/>
      <dgm:spPr/>
    </dgm:pt>
    <dgm:pt modelId="{38AD99F7-E810-41BB-9170-F64338C366FB}" type="pres">
      <dgm:prSet presAssocID="{12C73B96-EC0C-417C-87B2-2D566F67B8C9}" presName="vert1" presStyleCnt="0"/>
      <dgm:spPr/>
    </dgm:pt>
  </dgm:ptLst>
  <dgm:cxnLst>
    <dgm:cxn modelId="{50D9FB14-4166-4557-A8D9-C2B077C92E34}" type="presOf" srcId="{12C73B96-EC0C-417C-87B2-2D566F67B8C9}" destId="{5C918294-39ED-45A8-ABC6-188164ADBFF3}" srcOrd="0" destOrd="0" presId="urn:microsoft.com/office/officeart/2008/layout/LinedList"/>
    <dgm:cxn modelId="{671CD629-83D9-4458-89DD-0A82A1AD7442}" type="presOf" srcId="{D9B7242A-114C-4DEB-9618-44F16F5E923F}" destId="{B2C93D62-1CB2-471B-909C-663AAAB0E1C0}" srcOrd="0" destOrd="0" presId="urn:microsoft.com/office/officeart/2008/layout/LinedList"/>
    <dgm:cxn modelId="{69F4FB2B-07E9-452C-ACF0-26EDCEFEDEF0}" type="presOf" srcId="{67DE09C9-7604-4513-9C13-2883255F2F46}" destId="{C946F809-FE44-4A04-B5B3-9D3D909966F1}" srcOrd="0" destOrd="0" presId="urn:microsoft.com/office/officeart/2008/layout/LinedList"/>
    <dgm:cxn modelId="{6AE46330-1883-423A-9A07-423153FF0172}" type="presOf" srcId="{51F20316-040B-42CE-A8D8-B1E2DFEE83E0}" destId="{74B4FCCE-1952-4937-A4A3-041C777A38BB}" srcOrd="0" destOrd="0" presId="urn:microsoft.com/office/officeart/2008/layout/LinedList"/>
    <dgm:cxn modelId="{CBD4603B-B9C2-4DCC-8030-A70379E50361}" srcId="{D9B7242A-114C-4DEB-9618-44F16F5E923F}" destId="{4413FA6E-CA21-439D-B420-C35213685FBB}" srcOrd="4" destOrd="0" parTransId="{C917CF85-0546-44A4-87B1-BEF1B72A34A0}" sibTransId="{92ED5844-868E-47CA-9936-0B9F2D5C2A02}"/>
    <dgm:cxn modelId="{64831098-1C0F-466A-BFC6-A5BF875A8191}" type="presOf" srcId="{E50B3EC5-6080-45EC-AFA9-6CE533BDA183}" destId="{9193F6F1-C22F-4456-887E-5C8C3A8B7710}" srcOrd="0" destOrd="0" presId="urn:microsoft.com/office/officeart/2008/layout/LinedList"/>
    <dgm:cxn modelId="{EBEDBAAB-D877-48E7-A427-7294582D8ABD}" srcId="{D9B7242A-114C-4DEB-9618-44F16F5E923F}" destId="{E50B3EC5-6080-45EC-AFA9-6CE533BDA183}" srcOrd="1" destOrd="0" parTransId="{E568626A-7EF1-4555-B6A8-BBAE952B068C}" sibTransId="{3B073F55-B607-4B4D-9F48-0CCD6C1E3802}"/>
    <dgm:cxn modelId="{151517B1-CE84-4D82-A212-094589A5BF79}" srcId="{D9B7242A-114C-4DEB-9618-44F16F5E923F}" destId="{67DE09C9-7604-4513-9C13-2883255F2F46}" srcOrd="5" destOrd="0" parTransId="{0BBE0D6C-44CA-415A-9B1E-14DB3D275183}" sibTransId="{C1416040-6600-4046-B3DD-A5BFC9388167}"/>
    <dgm:cxn modelId="{8919F2B4-D6FA-4AE0-8EBE-5C51A4B6FC2F}" type="presOf" srcId="{EE67DEA2-F70B-4A08-98BB-AAE8E6CD9589}" destId="{29A8E735-AD5D-4272-8388-658BDCF101E9}" srcOrd="0" destOrd="0" presId="urn:microsoft.com/office/officeart/2008/layout/LinedList"/>
    <dgm:cxn modelId="{421493C1-BC10-4F43-A7F7-E6C80BC1ADE8}" srcId="{D9B7242A-114C-4DEB-9618-44F16F5E923F}" destId="{12C73B96-EC0C-417C-87B2-2D566F67B8C9}" srcOrd="6" destOrd="0" parTransId="{5B262AE5-A006-465D-8612-88C037E473FB}" sibTransId="{71F69834-E498-41D8-A8FF-A0835F6F01CF}"/>
    <dgm:cxn modelId="{7EA2F8DF-3E93-41A6-819D-C90BC3F9D18D}" srcId="{D9B7242A-114C-4DEB-9618-44F16F5E923F}" destId="{EE67DEA2-F70B-4A08-98BB-AAE8E6CD9589}" srcOrd="0" destOrd="0" parTransId="{1FAC8922-A97E-40A3-80EA-F7752394B1F1}" sibTransId="{F02DB6F5-C553-402A-BAA6-673112A66629}"/>
    <dgm:cxn modelId="{F746FAF0-6D37-40A4-BED4-CF029AB119BC}" type="presOf" srcId="{BC669691-9A80-4DA5-8C08-6AB8D64E771E}" destId="{BC503C44-0138-4754-A3FC-E7E64975AF7B}" srcOrd="0" destOrd="0" presId="urn:microsoft.com/office/officeart/2008/layout/LinedList"/>
    <dgm:cxn modelId="{1C8F86F8-5A3A-4709-9006-181FAB4874F2}" type="presOf" srcId="{4413FA6E-CA21-439D-B420-C35213685FBB}" destId="{A4514C9E-2DBA-44E1-8FF6-BEE64156E1B1}" srcOrd="0" destOrd="0" presId="urn:microsoft.com/office/officeart/2008/layout/LinedList"/>
    <dgm:cxn modelId="{C2FB8DFC-0784-45CB-A179-D1478551F56D}" srcId="{D9B7242A-114C-4DEB-9618-44F16F5E923F}" destId="{51F20316-040B-42CE-A8D8-B1E2DFEE83E0}" srcOrd="2" destOrd="0" parTransId="{A9C76B1D-4806-4903-B5EA-A7182E06486C}" sibTransId="{211725D4-82DF-4265-B770-C4119209D451}"/>
    <dgm:cxn modelId="{A6C09FFF-C648-4721-8E69-F5A90BC9F6E4}" srcId="{D9B7242A-114C-4DEB-9618-44F16F5E923F}" destId="{BC669691-9A80-4DA5-8C08-6AB8D64E771E}" srcOrd="3" destOrd="0" parTransId="{8936E14E-9763-4DCB-A4AA-2B15A0E20A50}" sibTransId="{D0547BF2-9354-44A2-BA8A-A084A2AA10D0}"/>
    <dgm:cxn modelId="{6CD7B5F3-D1A7-442D-9684-051C16DB6FAA}" type="presParOf" srcId="{B2C93D62-1CB2-471B-909C-663AAAB0E1C0}" destId="{31E5D94C-E542-4EB6-AE2E-CB3DBD32658F}" srcOrd="0" destOrd="0" presId="urn:microsoft.com/office/officeart/2008/layout/LinedList"/>
    <dgm:cxn modelId="{76B43BE6-5690-40C0-A7B0-BF606DA63560}" type="presParOf" srcId="{B2C93D62-1CB2-471B-909C-663AAAB0E1C0}" destId="{42BFCEF1-90C4-48F3-8286-59675FD6E215}" srcOrd="1" destOrd="0" presId="urn:microsoft.com/office/officeart/2008/layout/LinedList"/>
    <dgm:cxn modelId="{DCF53502-F112-484C-9D40-C6DD7A2E1553}" type="presParOf" srcId="{42BFCEF1-90C4-48F3-8286-59675FD6E215}" destId="{29A8E735-AD5D-4272-8388-658BDCF101E9}" srcOrd="0" destOrd="0" presId="urn:microsoft.com/office/officeart/2008/layout/LinedList"/>
    <dgm:cxn modelId="{DCA236B3-A6A4-4DD0-A63C-0F75A0BB62F4}" type="presParOf" srcId="{42BFCEF1-90C4-48F3-8286-59675FD6E215}" destId="{01A26CC0-1783-4D15-8B06-919CA1D637CD}" srcOrd="1" destOrd="0" presId="urn:microsoft.com/office/officeart/2008/layout/LinedList"/>
    <dgm:cxn modelId="{6BC213AB-5D81-4D7C-965C-8AD1D0963884}" type="presParOf" srcId="{B2C93D62-1CB2-471B-909C-663AAAB0E1C0}" destId="{4122C258-20BE-4136-8530-7281E4867456}" srcOrd="2" destOrd="0" presId="urn:microsoft.com/office/officeart/2008/layout/LinedList"/>
    <dgm:cxn modelId="{D570B636-6B82-43F2-B657-967739348F37}" type="presParOf" srcId="{B2C93D62-1CB2-471B-909C-663AAAB0E1C0}" destId="{7F6F4DD6-4770-461C-92DE-BDF6355CA107}" srcOrd="3" destOrd="0" presId="urn:microsoft.com/office/officeart/2008/layout/LinedList"/>
    <dgm:cxn modelId="{B78AD488-2D10-4797-9394-6664C44E91FF}" type="presParOf" srcId="{7F6F4DD6-4770-461C-92DE-BDF6355CA107}" destId="{9193F6F1-C22F-4456-887E-5C8C3A8B7710}" srcOrd="0" destOrd="0" presId="urn:microsoft.com/office/officeart/2008/layout/LinedList"/>
    <dgm:cxn modelId="{112F0937-2E80-497F-B8B9-B9A9CA78F86A}" type="presParOf" srcId="{7F6F4DD6-4770-461C-92DE-BDF6355CA107}" destId="{255D21C7-9286-49EB-B0FF-E4CCEB5EE905}" srcOrd="1" destOrd="0" presId="urn:microsoft.com/office/officeart/2008/layout/LinedList"/>
    <dgm:cxn modelId="{01CDCDD8-1C6B-488B-BD52-6BE7F23CA02D}" type="presParOf" srcId="{B2C93D62-1CB2-471B-909C-663AAAB0E1C0}" destId="{2C45EE7C-2FBC-4AFC-A52C-986F0DC978AA}" srcOrd="4" destOrd="0" presId="urn:microsoft.com/office/officeart/2008/layout/LinedList"/>
    <dgm:cxn modelId="{F3D049D3-B802-4FB5-B4B3-4CB5B16F6788}" type="presParOf" srcId="{B2C93D62-1CB2-471B-909C-663AAAB0E1C0}" destId="{79780DD0-46F0-4048-BC43-DF66B3859227}" srcOrd="5" destOrd="0" presId="urn:microsoft.com/office/officeart/2008/layout/LinedList"/>
    <dgm:cxn modelId="{D06F17A9-3B89-407E-81C6-6063153D466A}" type="presParOf" srcId="{79780DD0-46F0-4048-BC43-DF66B3859227}" destId="{74B4FCCE-1952-4937-A4A3-041C777A38BB}" srcOrd="0" destOrd="0" presId="urn:microsoft.com/office/officeart/2008/layout/LinedList"/>
    <dgm:cxn modelId="{72F6259C-5B58-4B3B-98EA-170961D7447F}" type="presParOf" srcId="{79780DD0-46F0-4048-BC43-DF66B3859227}" destId="{F0BB84BA-A194-4FC7-9990-BA6D0A5E8103}" srcOrd="1" destOrd="0" presId="urn:microsoft.com/office/officeart/2008/layout/LinedList"/>
    <dgm:cxn modelId="{FFAEE498-67C0-4012-A544-C359B486A055}" type="presParOf" srcId="{B2C93D62-1CB2-471B-909C-663AAAB0E1C0}" destId="{CEAA22A6-FBC3-4C15-9714-1C8946E5CDE5}" srcOrd="6" destOrd="0" presId="urn:microsoft.com/office/officeart/2008/layout/LinedList"/>
    <dgm:cxn modelId="{7A01008C-919B-42B1-9F8A-F3CE1EDE2A9A}" type="presParOf" srcId="{B2C93D62-1CB2-471B-909C-663AAAB0E1C0}" destId="{1C638AD2-9F74-41D2-BCA9-653065BA8644}" srcOrd="7" destOrd="0" presId="urn:microsoft.com/office/officeart/2008/layout/LinedList"/>
    <dgm:cxn modelId="{A072DC7B-D0DA-4CF1-A0FD-10A1D929C89C}" type="presParOf" srcId="{1C638AD2-9F74-41D2-BCA9-653065BA8644}" destId="{BC503C44-0138-4754-A3FC-E7E64975AF7B}" srcOrd="0" destOrd="0" presId="urn:microsoft.com/office/officeart/2008/layout/LinedList"/>
    <dgm:cxn modelId="{21FA16D4-37D3-4439-9EC4-8AD93E3F23B7}" type="presParOf" srcId="{1C638AD2-9F74-41D2-BCA9-653065BA8644}" destId="{20553759-7E47-4EDA-8823-79C0977DCE4B}" srcOrd="1" destOrd="0" presId="urn:microsoft.com/office/officeart/2008/layout/LinedList"/>
    <dgm:cxn modelId="{E5C72046-8B55-422C-AC18-78C34DF8A505}" type="presParOf" srcId="{B2C93D62-1CB2-471B-909C-663AAAB0E1C0}" destId="{6649AD73-A71D-4EB1-B5C7-DC3638B925E5}" srcOrd="8" destOrd="0" presId="urn:microsoft.com/office/officeart/2008/layout/LinedList"/>
    <dgm:cxn modelId="{EEFEBA81-1BA6-48E8-903D-A9CD177A6BE0}" type="presParOf" srcId="{B2C93D62-1CB2-471B-909C-663AAAB0E1C0}" destId="{0FACC683-E8EF-4992-8613-F9C178203821}" srcOrd="9" destOrd="0" presId="urn:microsoft.com/office/officeart/2008/layout/LinedList"/>
    <dgm:cxn modelId="{59212A92-6B29-4F28-A710-7A881E31D53B}" type="presParOf" srcId="{0FACC683-E8EF-4992-8613-F9C178203821}" destId="{A4514C9E-2DBA-44E1-8FF6-BEE64156E1B1}" srcOrd="0" destOrd="0" presId="urn:microsoft.com/office/officeart/2008/layout/LinedList"/>
    <dgm:cxn modelId="{5A47671C-A99F-474A-B1AD-B68FED96B530}" type="presParOf" srcId="{0FACC683-E8EF-4992-8613-F9C178203821}" destId="{377DB21A-E1AD-4230-983B-6DCAA329EB1E}" srcOrd="1" destOrd="0" presId="urn:microsoft.com/office/officeart/2008/layout/LinedList"/>
    <dgm:cxn modelId="{4333F809-8B3C-4D02-B488-3A18E5704D82}" type="presParOf" srcId="{B2C93D62-1CB2-471B-909C-663AAAB0E1C0}" destId="{7A28E746-FFAE-47D5-8FED-9D1911174E0F}" srcOrd="10" destOrd="0" presId="urn:microsoft.com/office/officeart/2008/layout/LinedList"/>
    <dgm:cxn modelId="{4B373B44-607E-4C96-A1E9-49465D4BD110}" type="presParOf" srcId="{B2C93D62-1CB2-471B-909C-663AAAB0E1C0}" destId="{77F1CCCB-0B23-404A-B946-C4FE75CD06B1}" srcOrd="11" destOrd="0" presId="urn:microsoft.com/office/officeart/2008/layout/LinedList"/>
    <dgm:cxn modelId="{E07363CB-AFB6-4D4C-AA46-38337CF5F94C}" type="presParOf" srcId="{77F1CCCB-0B23-404A-B946-C4FE75CD06B1}" destId="{C946F809-FE44-4A04-B5B3-9D3D909966F1}" srcOrd="0" destOrd="0" presId="urn:microsoft.com/office/officeart/2008/layout/LinedList"/>
    <dgm:cxn modelId="{731E166B-DBD8-49A8-894E-76FDFBE61F64}" type="presParOf" srcId="{77F1CCCB-0B23-404A-B946-C4FE75CD06B1}" destId="{E7514BBD-ABC1-446D-B6AE-D7829CDAA3B8}" srcOrd="1" destOrd="0" presId="urn:microsoft.com/office/officeart/2008/layout/LinedList"/>
    <dgm:cxn modelId="{A1F4BC9D-3C84-496E-9DDD-077EDC3D9986}" type="presParOf" srcId="{B2C93D62-1CB2-471B-909C-663AAAB0E1C0}" destId="{69B65134-8D1D-4CA8-9497-A7E438526853}" srcOrd="12" destOrd="0" presId="urn:microsoft.com/office/officeart/2008/layout/LinedList"/>
    <dgm:cxn modelId="{2C7CB826-B64D-473A-844B-7947F681CB5A}" type="presParOf" srcId="{B2C93D62-1CB2-471B-909C-663AAAB0E1C0}" destId="{E5A71A16-AFE9-4693-B754-5B58E998F86F}" srcOrd="13" destOrd="0" presId="urn:microsoft.com/office/officeart/2008/layout/LinedList"/>
    <dgm:cxn modelId="{9EFF9F43-379D-4CED-848B-B8DC90C74FAB}" type="presParOf" srcId="{E5A71A16-AFE9-4693-B754-5B58E998F86F}" destId="{5C918294-39ED-45A8-ABC6-188164ADBFF3}" srcOrd="0" destOrd="0" presId="urn:microsoft.com/office/officeart/2008/layout/LinedList"/>
    <dgm:cxn modelId="{9320F265-FFC1-40D7-BA88-32C5DDEF515A}" type="presParOf" srcId="{E5A71A16-AFE9-4693-B754-5B58E998F86F}" destId="{38AD99F7-E810-41BB-9170-F64338C366F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CF198E-12CA-4618-A92B-2FF7047CEE7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D76A56E-1B3A-477C-997A-16FC0D697B23}">
      <dgm:prSet/>
      <dgm:spPr/>
      <dgm:t>
        <a:bodyPr/>
        <a:lstStyle/>
        <a:p>
          <a:r>
            <a:rPr lang="en-US"/>
            <a:t>Structure modulaire incluant :</a:t>
          </a:r>
        </a:p>
      </dgm:t>
    </dgm:pt>
    <dgm:pt modelId="{17A5CF25-E07A-4937-B46B-00D9394269D1}" type="parTrans" cxnId="{2CD78CF4-EC3D-4D29-8E19-7C3BDDBD383B}">
      <dgm:prSet/>
      <dgm:spPr/>
      <dgm:t>
        <a:bodyPr/>
        <a:lstStyle/>
        <a:p>
          <a:endParaRPr lang="en-US"/>
        </a:p>
      </dgm:t>
    </dgm:pt>
    <dgm:pt modelId="{42A7EFC2-69D9-4CF4-8640-56F2BFF76098}" type="sibTrans" cxnId="{2CD78CF4-EC3D-4D29-8E19-7C3BDDBD383B}">
      <dgm:prSet/>
      <dgm:spPr/>
      <dgm:t>
        <a:bodyPr/>
        <a:lstStyle/>
        <a:p>
          <a:endParaRPr lang="en-US"/>
        </a:p>
      </dgm:t>
    </dgm:pt>
    <dgm:pt modelId="{9B058398-A288-4580-926C-ACE7580949E8}">
      <dgm:prSet/>
      <dgm:spPr/>
      <dgm:t>
        <a:bodyPr/>
        <a:lstStyle/>
        <a:p>
          <a:r>
            <a:rPr lang="en-US"/>
            <a:t>Module Image : pipeline BLIP</a:t>
          </a:r>
        </a:p>
      </dgm:t>
    </dgm:pt>
    <dgm:pt modelId="{2973315B-4002-4C93-BE32-A530625135F0}" type="parTrans" cxnId="{B1583082-02BD-4B97-9448-683B0B79215E}">
      <dgm:prSet/>
      <dgm:spPr/>
      <dgm:t>
        <a:bodyPr/>
        <a:lstStyle/>
        <a:p>
          <a:endParaRPr lang="en-US"/>
        </a:p>
      </dgm:t>
    </dgm:pt>
    <dgm:pt modelId="{12594E67-640E-4D7E-8C94-16194924BC98}" type="sibTrans" cxnId="{B1583082-02BD-4B97-9448-683B0B79215E}">
      <dgm:prSet/>
      <dgm:spPr/>
      <dgm:t>
        <a:bodyPr/>
        <a:lstStyle/>
        <a:p>
          <a:endParaRPr lang="en-US"/>
        </a:p>
      </dgm:t>
    </dgm:pt>
    <dgm:pt modelId="{53301919-F6D6-4ACE-965A-681D13369518}">
      <dgm:prSet/>
      <dgm:spPr/>
      <dgm:t>
        <a:bodyPr/>
        <a:lstStyle/>
        <a:p>
          <a:r>
            <a:rPr lang="en-US"/>
            <a:t>Module Texte : sentiment-analysis</a:t>
          </a:r>
        </a:p>
      </dgm:t>
    </dgm:pt>
    <dgm:pt modelId="{2A65E6DB-D750-45FB-815D-FA9FBDE6FA6A}" type="parTrans" cxnId="{AED19658-45AB-40F5-B1B2-54E5780E464E}">
      <dgm:prSet/>
      <dgm:spPr/>
      <dgm:t>
        <a:bodyPr/>
        <a:lstStyle/>
        <a:p>
          <a:endParaRPr lang="en-US"/>
        </a:p>
      </dgm:t>
    </dgm:pt>
    <dgm:pt modelId="{9B50A4E8-5D4C-461D-B7D5-8803401DA699}" type="sibTrans" cxnId="{AED19658-45AB-40F5-B1B2-54E5780E464E}">
      <dgm:prSet/>
      <dgm:spPr/>
      <dgm:t>
        <a:bodyPr/>
        <a:lstStyle/>
        <a:p>
          <a:endParaRPr lang="en-US"/>
        </a:p>
      </dgm:t>
    </dgm:pt>
    <dgm:pt modelId="{CFEA5BA5-43DF-42C5-A142-69AD30FE14D9}">
      <dgm:prSet/>
      <dgm:spPr/>
      <dgm:t>
        <a:bodyPr/>
        <a:lstStyle/>
        <a:p>
          <a:r>
            <a:rPr lang="en-US"/>
            <a:t>Tableau de bord extensible</a:t>
          </a:r>
        </a:p>
      </dgm:t>
    </dgm:pt>
    <dgm:pt modelId="{118E55BC-C7C6-40FA-958E-2B5960C73C83}" type="parTrans" cxnId="{E6EA9DAE-8C99-4201-BFDB-73C076ECFECD}">
      <dgm:prSet/>
      <dgm:spPr/>
      <dgm:t>
        <a:bodyPr/>
        <a:lstStyle/>
        <a:p>
          <a:endParaRPr lang="en-US"/>
        </a:p>
      </dgm:t>
    </dgm:pt>
    <dgm:pt modelId="{1933D16B-97DD-4B5E-A95E-91192208B9D0}" type="sibTrans" cxnId="{E6EA9DAE-8C99-4201-BFDB-73C076ECFECD}">
      <dgm:prSet/>
      <dgm:spPr/>
      <dgm:t>
        <a:bodyPr/>
        <a:lstStyle/>
        <a:p>
          <a:endParaRPr lang="en-US"/>
        </a:p>
      </dgm:t>
    </dgm:pt>
    <dgm:pt modelId="{5B1204E5-A196-4A68-9B97-E922D6F259DE}">
      <dgm:prSet/>
      <dgm:spPr/>
      <dgm:t>
        <a:bodyPr/>
        <a:lstStyle/>
        <a:p>
          <a:r>
            <a:rPr lang="en-US"/>
            <a:t>Navigation via la sidebar Streamlit</a:t>
          </a:r>
        </a:p>
      </dgm:t>
    </dgm:pt>
    <dgm:pt modelId="{E6871360-3F90-4321-883C-B045D318B28F}" type="parTrans" cxnId="{F1DE5FFA-6B6F-4724-A3DC-1BC9A3652705}">
      <dgm:prSet/>
      <dgm:spPr/>
      <dgm:t>
        <a:bodyPr/>
        <a:lstStyle/>
        <a:p>
          <a:endParaRPr lang="en-US"/>
        </a:p>
      </dgm:t>
    </dgm:pt>
    <dgm:pt modelId="{A8855AA8-0B3E-4BC1-8E7D-8F73F9142F2F}" type="sibTrans" cxnId="{F1DE5FFA-6B6F-4724-A3DC-1BC9A3652705}">
      <dgm:prSet/>
      <dgm:spPr/>
      <dgm:t>
        <a:bodyPr/>
        <a:lstStyle/>
        <a:p>
          <a:endParaRPr lang="en-US"/>
        </a:p>
      </dgm:t>
    </dgm:pt>
    <dgm:pt modelId="{E703F234-697E-486E-BFB7-72CA5519B534}" type="pres">
      <dgm:prSet presAssocID="{B3CF198E-12CA-4618-A92B-2FF7047CEE7C}" presName="linear" presStyleCnt="0">
        <dgm:presLayoutVars>
          <dgm:animLvl val="lvl"/>
          <dgm:resizeHandles val="exact"/>
        </dgm:presLayoutVars>
      </dgm:prSet>
      <dgm:spPr/>
    </dgm:pt>
    <dgm:pt modelId="{CC046B5D-4AC9-4A1F-BA80-9054E81323F3}" type="pres">
      <dgm:prSet presAssocID="{6D76A56E-1B3A-477C-997A-16FC0D697B2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88ECC13-3A1B-49A9-AEFF-EE964BA19FE8}" type="pres">
      <dgm:prSet presAssocID="{42A7EFC2-69D9-4CF4-8640-56F2BFF76098}" presName="spacer" presStyleCnt="0"/>
      <dgm:spPr/>
    </dgm:pt>
    <dgm:pt modelId="{3D60878A-7196-42D7-B6E0-F8456BAC5B25}" type="pres">
      <dgm:prSet presAssocID="{9B058398-A288-4580-926C-ACE7580949E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D6F5E37-05B5-4B6A-8B78-8D3C56CCB1A3}" type="pres">
      <dgm:prSet presAssocID="{12594E67-640E-4D7E-8C94-16194924BC98}" presName="spacer" presStyleCnt="0"/>
      <dgm:spPr/>
    </dgm:pt>
    <dgm:pt modelId="{0703A14F-DEC5-4782-9E83-25BDAEBB6A85}" type="pres">
      <dgm:prSet presAssocID="{53301919-F6D6-4ACE-965A-681D1336951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2F3B90F-1FC8-45DF-8A3A-DBD4393236B3}" type="pres">
      <dgm:prSet presAssocID="{9B50A4E8-5D4C-461D-B7D5-8803401DA699}" presName="spacer" presStyleCnt="0"/>
      <dgm:spPr/>
    </dgm:pt>
    <dgm:pt modelId="{D9BEFE6C-9D0A-411E-BF40-EA427B2B9835}" type="pres">
      <dgm:prSet presAssocID="{CFEA5BA5-43DF-42C5-A142-69AD30FE14D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568690A-4864-45A5-BFA9-2B3F3522CC07}" type="pres">
      <dgm:prSet presAssocID="{1933D16B-97DD-4B5E-A95E-91192208B9D0}" presName="spacer" presStyleCnt="0"/>
      <dgm:spPr/>
    </dgm:pt>
    <dgm:pt modelId="{28E9D8D6-11A9-4D46-89FB-D7B09C52D865}" type="pres">
      <dgm:prSet presAssocID="{5B1204E5-A196-4A68-9B97-E922D6F259D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B808F5B-F4FB-4451-8BBD-D1EF900DD3EF}" type="presOf" srcId="{53301919-F6D6-4ACE-965A-681D13369518}" destId="{0703A14F-DEC5-4782-9E83-25BDAEBB6A85}" srcOrd="0" destOrd="0" presId="urn:microsoft.com/office/officeart/2005/8/layout/vList2"/>
    <dgm:cxn modelId="{523BCF6B-F394-400B-99FC-D387AEA52504}" type="presOf" srcId="{9B058398-A288-4580-926C-ACE7580949E8}" destId="{3D60878A-7196-42D7-B6E0-F8456BAC5B25}" srcOrd="0" destOrd="0" presId="urn:microsoft.com/office/officeart/2005/8/layout/vList2"/>
    <dgm:cxn modelId="{EB4B8853-41F3-4B9B-A86C-72F17B9F1DE4}" type="presOf" srcId="{B3CF198E-12CA-4618-A92B-2FF7047CEE7C}" destId="{E703F234-697E-486E-BFB7-72CA5519B534}" srcOrd="0" destOrd="0" presId="urn:microsoft.com/office/officeart/2005/8/layout/vList2"/>
    <dgm:cxn modelId="{AED19658-45AB-40F5-B1B2-54E5780E464E}" srcId="{B3CF198E-12CA-4618-A92B-2FF7047CEE7C}" destId="{53301919-F6D6-4ACE-965A-681D13369518}" srcOrd="2" destOrd="0" parTransId="{2A65E6DB-D750-45FB-815D-FA9FBDE6FA6A}" sibTransId="{9B50A4E8-5D4C-461D-B7D5-8803401DA699}"/>
    <dgm:cxn modelId="{B1583082-02BD-4B97-9448-683B0B79215E}" srcId="{B3CF198E-12CA-4618-A92B-2FF7047CEE7C}" destId="{9B058398-A288-4580-926C-ACE7580949E8}" srcOrd="1" destOrd="0" parTransId="{2973315B-4002-4C93-BE32-A530625135F0}" sibTransId="{12594E67-640E-4D7E-8C94-16194924BC98}"/>
    <dgm:cxn modelId="{E6EA9DAE-8C99-4201-BFDB-73C076ECFECD}" srcId="{B3CF198E-12CA-4618-A92B-2FF7047CEE7C}" destId="{CFEA5BA5-43DF-42C5-A142-69AD30FE14D9}" srcOrd="3" destOrd="0" parTransId="{118E55BC-C7C6-40FA-958E-2B5960C73C83}" sibTransId="{1933D16B-97DD-4B5E-A95E-91192208B9D0}"/>
    <dgm:cxn modelId="{3AFD4BB1-B4AE-40C0-8AC7-3DDA462E5ADC}" type="presOf" srcId="{6D76A56E-1B3A-477C-997A-16FC0D697B23}" destId="{CC046B5D-4AC9-4A1F-BA80-9054E81323F3}" srcOrd="0" destOrd="0" presId="urn:microsoft.com/office/officeart/2005/8/layout/vList2"/>
    <dgm:cxn modelId="{6FAA50E7-805E-40B7-A24B-D3816ADE7ABD}" type="presOf" srcId="{5B1204E5-A196-4A68-9B97-E922D6F259DE}" destId="{28E9D8D6-11A9-4D46-89FB-D7B09C52D865}" srcOrd="0" destOrd="0" presId="urn:microsoft.com/office/officeart/2005/8/layout/vList2"/>
    <dgm:cxn modelId="{2CD78CF4-EC3D-4D29-8E19-7C3BDDBD383B}" srcId="{B3CF198E-12CA-4618-A92B-2FF7047CEE7C}" destId="{6D76A56E-1B3A-477C-997A-16FC0D697B23}" srcOrd="0" destOrd="0" parTransId="{17A5CF25-E07A-4937-B46B-00D9394269D1}" sibTransId="{42A7EFC2-69D9-4CF4-8640-56F2BFF76098}"/>
    <dgm:cxn modelId="{F836CAF5-44DD-4EEE-9E30-37747D29D620}" type="presOf" srcId="{CFEA5BA5-43DF-42C5-A142-69AD30FE14D9}" destId="{D9BEFE6C-9D0A-411E-BF40-EA427B2B9835}" srcOrd="0" destOrd="0" presId="urn:microsoft.com/office/officeart/2005/8/layout/vList2"/>
    <dgm:cxn modelId="{F1DE5FFA-6B6F-4724-A3DC-1BC9A3652705}" srcId="{B3CF198E-12CA-4618-A92B-2FF7047CEE7C}" destId="{5B1204E5-A196-4A68-9B97-E922D6F259DE}" srcOrd="4" destOrd="0" parTransId="{E6871360-3F90-4321-883C-B045D318B28F}" sibTransId="{A8855AA8-0B3E-4BC1-8E7D-8F73F9142F2F}"/>
    <dgm:cxn modelId="{74B1A2E4-176C-4C02-9A4C-9E3213834693}" type="presParOf" srcId="{E703F234-697E-486E-BFB7-72CA5519B534}" destId="{CC046B5D-4AC9-4A1F-BA80-9054E81323F3}" srcOrd="0" destOrd="0" presId="urn:microsoft.com/office/officeart/2005/8/layout/vList2"/>
    <dgm:cxn modelId="{A27F65FF-24DD-4A86-8AE1-CC059171872A}" type="presParOf" srcId="{E703F234-697E-486E-BFB7-72CA5519B534}" destId="{288ECC13-3A1B-49A9-AEFF-EE964BA19FE8}" srcOrd="1" destOrd="0" presId="urn:microsoft.com/office/officeart/2005/8/layout/vList2"/>
    <dgm:cxn modelId="{D0C604C2-99EE-4B54-B0D3-11A6D25F3F72}" type="presParOf" srcId="{E703F234-697E-486E-BFB7-72CA5519B534}" destId="{3D60878A-7196-42D7-B6E0-F8456BAC5B25}" srcOrd="2" destOrd="0" presId="urn:microsoft.com/office/officeart/2005/8/layout/vList2"/>
    <dgm:cxn modelId="{C40D0479-7030-4C03-9411-07E12916BEF2}" type="presParOf" srcId="{E703F234-697E-486E-BFB7-72CA5519B534}" destId="{6D6F5E37-05B5-4B6A-8B78-8D3C56CCB1A3}" srcOrd="3" destOrd="0" presId="urn:microsoft.com/office/officeart/2005/8/layout/vList2"/>
    <dgm:cxn modelId="{41F558A9-BD84-42ED-AADC-1CCFA38EABFD}" type="presParOf" srcId="{E703F234-697E-486E-BFB7-72CA5519B534}" destId="{0703A14F-DEC5-4782-9E83-25BDAEBB6A85}" srcOrd="4" destOrd="0" presId="urn:microsoft.com/office/officeart/2005/8/layout/vList2"/>
    <dgm:cxn modelId="{9D6B3F9A-6DDA-421E-804A-96489E47A943}" type="presParOf" srcId="{E703F234-697E-486E-BFB7-72CA5519B534}" destId="{D2F3B90F-1FC8-45DF-8A3A-DBD4393236B3}" srcOrd="5" destOrd="0" presId="urn:microsoft.com/office/officeart/2005/8/layout/vList2"/>
    <dgm:cxn modelId="{ED2591FE-65D7-46E7-A972-9FCF3605D313}" type="presParOf" srcId="{E703F234-697E-486E-BFB7-72CA5519B534}" destId="{D9BEFE6C-9D0A-411E-BF40-EA427B2B9835}" srcOrd="6" destOrd="0" presId="urn:microsoft.com/office/officeart/2005/8/layout/vList2"/>
    <dgm:cxn modelId="{FFA9D17F-CFAB-4D1E-B602-1FA024607FA9}" type="presParOf" srcId="{E703F234-697E-486E-BFB7-72CA5519B534}" destId="{D568690A-4864-45A5-BFA9-2B3F3522CC07}" srcOrd="7" destOrd="0" presId="urn:microsoft.com/office/officeart/2005/8/layout/vList2"/>
    <dgm:cxn modelId="{F3CAE787-CA6E-4E02-AA58-FE04580B842D}" type="presParOf" srcId="{E703F234-697E-486E-BFB7-72CA5519B534}" destId="{28E9D8D6-11A9-4D46-89FB-D7B09C52D86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1FA4B6-FC6D-4FDC-AC94-7DC9D31916D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7C7AC50-B348-46FB-B571-8C40DFD0B47D}">
      <dgm:prSet/>
      <dgm:spPr/>
      <dgm:t>
        <a:bodyPr/>
        <a:lstStyle/>
        <a:p>
          <a:r>
            <a:rPr lang="en-US"/>
            <a:t>Méthode de travail utilisée :</a:t>
          </a:r>
        </a:p>
      </dgm:t>
    </dgm:pt>
    <dgm:pt modelId="{CB0F6819-AC23-4814-B911-3B5345A9F4BB}" type="parTrans" cxnId="{D26C380B-74D3-4AA3-A55D-CEB3E05EE74C}">
      <dgm:prSet/>
      <dgm:spPr/>
      <dgm:t>
        <a:bodyPr/>
        <a:lstStyle/>
        <a:p>
          <a:endParaRPr lang="en-US"/>
        </a:p>
      </dgm:t>
    </dgm:pt>
    <dgm:pt modelId="{5AEC20FD-30F2-48D7-B5D4-EBF86D4DC6FB}" type="sibTrans" cxnId="{D26C380B-74D3-4AA3-A55D-CEB3E05EE74C}">
      <dgm:prSet/>
      <dgm:spPr/>
      <dgm:t>
        <a:bodyPr/>
        <a:lstStyle/>
        <a:p>
          <a:endParaRPr lang="en-US"/>
        </a:p>
      </dgm:t>
    </dgm:pt>
    <dgm:pt modelId="{D5D5C16A-1D0D-439E-A2BF-AEEB5B0B2A94}">
      <dgm:prSet/>
      <dgm:spPr/>
      <dgm:t>
        <a:bodyPr/>
        <a:lstStyle/>
        <a:p>
          <a:r>
            <a:rPr lang="en-US"/>
            <a:t>Recherche des modèles IA</a:t>
          </a:r>
        </a:p>
      </dgm:t>
    </dgm:pt>
    <dgm:pt modelId="{C7CCE5D2-A2AE-46FC-BFF3-819FAB3630F0}" type="parTrans" cxnId="{BC4CD12B-CBA5-4EF2-8F6C-48F7C941BB36}">
      <dgm:prSet/>
      <dgm:spPr/>
      <dgm:t>
        <a:bodyPr/>
        <a:lstStyle/>
        <a:p>
          <a:endParaRPr lang="en-US"/>
        </a:p>
      </dgm:t>
    </dgm:pt>
    <dgm:pt modelId="{24BE9B8F-607B-4A0C-AC3F-021777974FC0}" type="sibTrans" cxnId="{BC4CD12B-CBA5-4EF2-8F6C-48F7C941BB36}">
      <dgm:prSet/>
      <dgm:spPr/>
      <dgm:t>
        <a:bodyPr/>
        <a:lstStyle/>
        <a:p>
          <a:endParaRPr lang="en-US"/>
        </a:p>
      </dgm:t>
    </dgm:pt>
    <dgm:pt modelId="{CA96F68D-8A87-4C35-852B-0D60BB9B6F64}">
      <dgm:prSet/>
      <dgm:spPr/>
      <dgm:t>
        <a:bodyPr/>
        <a:lstStyle/>
        <a:p>
          <a:r>
            <a:rPr lang="en-US"/>
            <a:t>Création de l’environnement virtuel</a:t>
          </a:r>
        </a:p>
      </dgm:t>
    </dgm:pt>
    <dgm:pt modelId="{9B6BFC90-37F6-47FE-A1BB-AFD2E5FD5EFB}" type="parTrans" cxnId="{5ECE5625-ACC8-4455-A1E5-D6D3F6087F2F}">
      <dgm:prSet/>
      <dgm:spPr/>
      <dgm:t>
        <a:bodyPr/>
        <a:lstStyle/>
        <a:p>
          <a:endParaRPr lang="en-US"/>
        </a:p>
      </dgm:t>
    </dgm:pt>
    <dgm:pt modelId="{63E13F55-6DF2-4A07-B9EF-2ECD20420286}" type="sibTrans" cxnId="{5ECE5625-ACC8-4455-A1E5-D6D3F6087F2F}">
      <dgm:prSet/>
      <dgm:spPr/>
      <dgm:t>
        <a:bodyPr/>
        <a:lstStyle/>
        <a:p>
          <a:endParaRPr lang="en-US"/>
        </a:p>
      </dgm:t>
    </dgm:pt>
    <dgm:pt modelId="{1867BBE6-CD31-4730-94E1-951D2324943F}">
      <dgm:prSet/>
      <dgm:spPr/>
      <dgm:t>
        <a:bodyPr/>
        <a:lstStyle/>
        <a:p>
          <a:r>
            <a:rPr lang="en-US"/>
            <a:t>Implémentation des modules IA</a:t>
          </a:r>
        </a:p>
      </dgm:t>
    </dgm:pt>
    <dgm:pt modelId="{41DE6472-77C8-4A77-8C75-0A1E25BB320E}" type="parTrans" cxnId="{71A71F6F-F221-42D4-A57A-C6914158E333}">
      <dgm:prSet/>
      <dgm:spPr/>
      <dgm:t>
        <a:bodyPr/>
        <a:lstStyle/>
        <a:p>
          <a:endParaRPr lang="en-US"/>
        </a:p>
      </dgm:t>
    </dgm:pt>
    <dgm:pt modelId="{359CB2A3-0CFD-4427-B80C-55E892A09BEB}" type="sibTrans" cxnId="{71A71F6F-F221-42D4-A57A-C6914158E333}">
      <dgm:prSet/>
      <dgm:spPr/>
      <dgm:t>
        <a:bodyPr/>
        <a:lstStyle/>
        <a:p>
          <a:endParaRPr lang="en-US"/>
        </a:p>
      </dgm:t>
    </dgm:pt>
    <dgm:pt modelId="{58120C2B-7369-47D9-9BBA-B45EC0F00E50}">
      <dgm:prSet/>
      <dgm:spPr/>
      <dgm:t>
        <a:bodyPr/>
        <a:lstStyle/>
        <a:p>
          <a:r>
            <a:rPr lang="en-US"/>
            <a:t>Intégration dans Streamlit</a:t>
          </a:r>
        </a:p>
      </dgm:t>
    </dgm:pt>
    <dgm:pt modelId="{A53E9336-AB34-42C5-BDB2-9CB299D1814A}" type="parTrans" cxnId="{AC21FD10-02EF-46BF-AB36-72875FCE529B}">
      <dgm:prSet/>
      <dgm:spPr/>
      <dgm:t>
        <a:bodyPr/>
        <a:lstStyle/>
        <a:p>
          <a:endParaRPr lang="en-US"/>
        </a:p>
      </dgm:t>
    </dgm:pt>
    <dgm:pt modelId="{245B91DA-BFE6-4DE8-A8D5-E7AE90666B2B}" type="sibTrans" cxnId="{AC21FD10-02EF-46BF-AB36-72875FCE529B}">
      <dgm:prSet/>
      <dgm:spPr/>
      <dgm:t>
        <a:bodyPr/>
        <a:lstStyle/>
        <a:p>
          <a:endParaRPr lang="en-US"/>
        </a:p>
      </dgm:t>
    </dgm:pt>
    <dgm:pt modelId="{8F73B769-0A3C-4C7F-BA2D-E0A8FA745D12}">
      <dgm:prSet/>
      <dgm:spPr/>
      <dgm:t>
        <a:bodyPr/>
        <a:lstStyle/>
        <a:p>
          <a:r>
            <a:rPr lang="en-US"/>
            <a:t>Tests et débogage</a:t>
          </a:r>
        </a:p>
      </dgm:t>
    </dgm:pt>
    <dgm:pt modelId="{AEF2B59D-E7BB-4347-BFB8-5C121F5C6C24}" type="parTrans" cxnId="{6AC43C7B-CEB3-4CEF-A68B-5F969B814011}">
      <dgm:prSet/>
      <dgm:spPr/>
      <dgm:t>
        <a:bodyPr/>
        <a:lstStyle/>
        <a:p>
          <a:endParaRPr lang="en-US"/>
        </a:p>
      </dgm:t>
    </dgm:pt>
    <dgm:pt modelId="{C3C26138-BF74-42F3-B7B2-5927C05C30AD}" type="sibTrans" cxnId="{6AC43C7B-CEB3-4CEF-A68B-5F969B814011}">
      <dgm:prSet/>
      <dgm:spPr/>
      <dgm:t>
        <a:bodyPr/>
        <a:lstStyle/>
        <a:p>
          <a:endParaRPr lang="en-US"/>
        </a:p>
      </dgm:t>
    </dgm:pt>
    <dgm:pt modelId="{0269B04D-DF12-4C97-964E-766D643E1535}">
      <dgm:prSet/>
      <dgm:spPr/>
      <dgm:t>
        <a:bodyPr/>
        <a:lstStyle/>
        <a:p>
          <a:r>
            <a:rPr lang="en-US"/>
            <a:t>Rédaction du rapport</a:t>
          </a:r>
        </a:p>
      </dgm:t>
    </dgm:pt>
    <dgm:pt modelId="{47FFD2A8-6B25-42F6-9061-3E79067EA477}" type="parTrans" cxnId="{9AAF707D-AC68-480F-AA8A-6D074C3C286F}">
      <dgm:prSet/>
      <dgm:spPr/>
      <dgm:t>
        <a:bodyPr/>
        <a:lstStyle/>
        <a:p>
          <a:endParaRPr lang="en-US"/>
        </a:p>
      </dgm:t>
    </dgm:pt>
    <dgm:pt modelId="{4113D914-793F-4485-8912-9F612EE5977F}" type="sibTrans" cxnId="{9AAF707D-AC68-480F-AA8A-6D074C3C286F}">
      <dgm:prSet/>
      <dgm:spPr/>
      <dgm:t>
        <a:bodyPr/>
        <a:lstStyle/>
        <a:p>
          <a:endParaRPr lang="en-US"/>
        </a:p>
      </dgm:t>
    </dgm:pt>
    <dgm:pt modelId="{AF6BD93D-5366-49D8-9767-96A7CBC59BCF}" type="pres">
      <dgm:prSet presAssocID="{DB1FA4B6-FC6D-4FDC-AC94-7DC9D31916DC}" presName="linear" presStyleCnt="0">
        <dgm:presLayoutVars>
          <dgm:animLvl val="lvl"/>
          <dgm:resizeHandles val="exact"/>
        </dgm:presLayoutVars>
      </dgm:prSet>
      <dgm:spPr/>
    </dgm:pt>
    <dgm:pt modelId="{4EA531A4-3BD6-4A62-929D-F4524D6B9FF7}" type="pres">
      <dgm:prSet presAssocID="{A7C7AC50-B348-46FB-B571-8C40DFD0B47D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F4830479-7758-4F25-9C84-3C900E7F2688}" type="pres">
      <dgm:prSet presAssocID="{5AEC20FD-30F2-48D7-B5D4-EBF86D4DC6FB}" presName="spacer" presStyleCnt="0"/>
      <dgm:spPr/>
    </dgm:pt>
    <dgm:pt modelId="{9C81AB8A-12D0-447B-B226-C10C89AE3A7E}" type="pres">
      <dgm:prSet presAssocID="{D5D5C16A-1D0D-439E-A2BF-AEEB5B0B2A94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EE0F2292-4C75-4BA5-925F-52AB2A7A186E}" type="pres">
      <dgm:prSet presAssocID="{24BE9B8F-607B-4A0C-AC3F-021777974FC0}" presName="spacer" presStyleCnt="0"/>
      <dgm:spPr/>
    </dgm:pt>
    <dgm:pt modelId="{68826350-8859-4C1D-8392-2D422149A536}" type="pres">
      <dgm:prSet presAssocID="{CA96F68D-8A87-4C35-852B-0D60BB9B6F64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6BE17ADB-60B5-458B-AB44-1444C929F940}" type="pres">
      <dgm:prSet presAssocID="{63E13F55-6DF2-4A07-B9EF-2ECD20420286}" presName="spacer" presStyleCnt="0"/>
      <dgm:spPr/>
    </dgm:pt>
    <dgm:pt modelId="{F9783BF9-E6B1-412C-B828-017EB12D2296}" type="pres">
      <dgm:prSet presAssocID="{1867BBE6-CD31-4730-94E1-951D2324943F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C485D530-67AE-44F6-898A-B4982526BDDB}" type="pres">
      <dgm:prSet presAssocID="{359CB2A3-0CFD-4427-B80C-55E892A09BEB}" presName="spacer" presStyleCnt="0"/>
      <dgm:spPr/>
    </dgm:pt>
    <dgm:pt modelId="{3D460D3D-F9E8-41DE-B73B-723153BA8D3B}" type="pres">
      <dgm:prSet presAssocID="{58120C2B-7369-47D9-9BBA-B45EC0F00E50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30EC25AA-6E9B-4549-9611-829697F392C4}" type="pres">
      <dgm:prSet presAssocID="{245B91DA-BFE6-4DE8-A8D5-E7AE90666B2B}" presName="spacer" presStyleCnt="0"/>
      <dgm:spPr/>
    </dgm:pt>
    <dgm:pt modelId="{8A3B452B-B0E2-4916-91F8-B8BD0E1870FA}" type="pres">
      <dgm:prSet presAssocID="{8F73B769-0A3C-4C7F-BA2D-E0A8FA745D12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544142A2-333E-4742-961E-1A07B04E50B2}" type="pres">
      <dgm:prSet presAssocID="{C3C26138-BF74-42F3-B7B2-5927C05C30AD}" presName="spacer" presStyleCnt="0"/>
      <dgm:spPr/>
    </dgm:pt>
    <dgm:pt modelId="{2718F14D-BBA9-4133-BE62-DE0CB7B1269A}" type="pres">
      <dgm:prSet presAssocID="{0269B04D-DF12-4C97-964E-766D643E1535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D26C380B-74D3-4AA3-A55D-CEB3E05EE74C}" srcId="{DB1FA4B6-FC6D-4FDC-AC94-7DC9D31916DC}" destId="{A7C7AC50-B348-46FB-B571-8C40DFD0B47D}" srcOrd="0" destOrd="0" parTransId="{CB0F6819-AC23-4814-B911-3B5345A9F4BB}" sibTransId="{5AEC20FD-30F2-48D7-B5D4-EBF86D4DC6FB}"/>
    <dgm:cxn modelId="{AC21FD10-02EF-46BF-AB36-72875FCE529B}" srcId="{DB1FA4B6-FC6D-4FDC-AC94-7DC9D31916DC}" destId="{58120C2B-7369-47D9-9BBA-B45EC0F00E50}" srcOrd="4" destOrd="0" parTransId="{A53E9336-AB34-42C5-BDB2-9CB299D1814A}" sibTransId="{245B91DA-BFE6-4DE8-A8D5-E7AE90666B2B}"/>
    <dgm:cxn modelId="{00C71914-65CD-43BF-84E2-14A95E898BE6}" type="presOf" srcId="{8F73B769-0A3C-4C7F-BA2D-E0A8FA745D12}" destId="{8A3B452B-B0E2-4916-91F8-B8BD0E1870FA}" srcOrd="0" destOrd="0" presId="urn:microsoft.com/office/officeart/2005/8/layout/vList2"/>
    <dgm:cxn modelId="{04910C17-B70D-4791-A700-4A5399AE2AF5}" type="presOf" srcId="{1867BBE6-CD31-4730-94E1-951D2324943F}" destId="{F9783BF9-E6B1-412C-B828-017EB12D2296}" srcOrd="0" destOrd="0" presId="urn:microsoft.com/office/officeart/2005/8/layout/vList2"/>
    <dgm:cxn modelId="{5ECE5625-ACC8-4455-A1E5-D6D3F6087F2F}" srcId="{DB1FA4B6-FC6D-4FDC-AC94-7DC9D31916DC}" destId="{CA96F68D-8A87-4C35-852B-0D60BB9B6F64}" srcOrd="2" destOrd="0" parTransId="{9B6BFC90-37F6-47FE-A1BB-AFD2E5FD5EFB}" sibTransId="{63E13F55-6DF2-4A07-B9EF-2ECD20420286}"/>
    <dgm:cxn modelId="{BC4CD12B-CBA5-4EF2-8F6C-48F7C941BB36}" srcId="{DB1FA4B6-FC6D-4FDC-AC94-7DC9D31916DC}" destId="{D5D5C16A-1D0D-439E-A2BF-AEEB5B0B2A94}" srcOrd="1" destOrd="0" parTransId="{C7CCE5D2-A2AE-46FC-BFF3-819FAB3630F0}" sibTransId="{24BE9B8F-607B-4A0C-AC3F-021777974FC0}"/>
    <dgm:cxn modelId="{5C23DB2E-4CCD-4E80-A253-A4B6C4E838C6}" type="presOf" srcId="{58120C2B-7369-47D9-9BBA-B45EC0F00E50}" destId="{3D460D3D-F9E8-41DE-B73B-723153BA8D3B}" srcOrd="0" destOrd="0" presId="urn:microsoft.com/office/officeart/2005/8/layout/vList2"/>
    <dgm:cxn modelId="{8BDD283B-B676-403E-BD59-8686A6EF6409}" type="presOf" srcId="{0269B04D-DF12-4C97-964E-766D643E1535}" destId="{2718F14D-BBA9-4133-BE62-DE0CB7B1269A}" srcOrd="0" destOrd="0" presId="urn:microsoft.com/office/officeart/2005/8/layout/vList2"/>
    <dgm:cxn modelId="{DB9DFA4C-2B4E-4416-A647-2F95EE3C29DA}" type="presOf" srcId="{D5D5C16A-1D0D-439E-A2BF-AEEB5B0B2A94}" destId="{9C81AB8A-12D0-447B-B226-C10C89AE3A7E}" srcOrd="0" destOrd="0" presId="urn:microsoft.com/office/officeart/2005/8/layout/vList2"/>
    <dgm:cxn modelId="{71A71F6F-F221-42D4-A57A-C6914158E333}" srcId="{DB1FA4B6-FC6D-4FDC-AC94-7DC9D31916DC}" destId="{1867BBE6-CD31-4730-94E1-951D2324943F}" srcOrd="3" destOrd="0" parTransId="{41DE6472-77C8-4A77-8C75-0A1E25BB320E}" sibTransId="{359CB2A3-0CFD-4427-B80C-55E892A09BEB}"/>
    <dgm:cxn modelId="{6AC43C7B-CEB3-4CEF-A68B-5F969B814011}" srcId="{DB1FA4B6-FC6D-4FDC-AC94-7DC9D31916DC}" destId="{8F73B769-0A3C-4C7F-BA2D-E0A8FA745D12}" srcOrd="5" destOrd="0" parTransId="{AEF2B59D-E7BB-4347-BFB8-5C121F5C6C24}" sibTransId="{C3C26138-BF74-42F3-B7B2-5927C05C30AD}"/>
    <dgm:cxn modelId="{9AAF707D-AC68-480F-AA8A-6D074C3C286F}" srcId="{DB1FA4B6-FC6D-4FDC-AC94-7DC9D31916DC}" destId="{0269B04D-DF12-4C97-964E-766D643E1535}" srcOrd="6" destOrd="0" parTransId="{47FFD2A8-6B25-42F6-9061-3E79067EA477}" sibTransId="{4113D914-793F-4485-8912-9F612EE5977F}"/>
    <dgm:cxn modelId="{5B26B18F-1369-4794-B320-E543989B3887}" type="presOf" srcId="{CA96F68D-8A87-4C35-852B-0D60BB9B6F64}" destId="{68826350-8859-4C1D-8392-2D422149A536}" srcOrd="0" destOrd="0" presId="urn:microsoft.com/office/officeart/2005/8/layout/vList2"/>
    <dgm:cxn modelId="{C16FBCD9-A776-436B-AEEE-0E09AFD579C7}" type="presOf" srcId="{DB1FA4B6-FC6D-4FDC-AC94-7DC9D31916DC}" destId="{AF6BD93D-5366-49D8-9767-96A7CBC59BCF}" srcOrd="0" destOrd="0" presId="urn:microsoft.com/office/officeart/2005/8/layout/vList2"/>
    <dgm:cxn modelId="{5417B7E8-6D1C-49AF-BB22-CFB275585BB4}" type="presOf" srcId="{A7C7AC50-B348-46FB-B571-8C40DFD0B47D}" destId="{4EA531A4-3BD6-4A62-929D-F4524D6B9FF7}" srcOrd="0" destOrd="0" presId="urn:microsoft.com/office/officeart/2005/8/layout/vList2"/>
    <dgm:cxn modelId="{F346703D-0926-442E-9D05-C58D4BDBAB29}" type="presParOf" srcId="{AF6BD93D-5366-49D8-9767-96A7CBC59BCF}" destId="{4EA531A4-3BD6-4A62-929D-F4524D6B9FF7}" srcOrd="0" destOrd="0" presId="urn:microsoft.com/office/officeart/2005/8/layout/vList2"/>
    <dgm:cxn modelId="{600D4593-8E49-49EB-B27C-889FE1DA5E41}" type="presParOf" srcId="{AF6BD93D-5366-49D8-9767-96A7CBC59BCF}" destId="{F4830479-7758-4F25-9C84-3C900E7F2688}" srcOrd="1" destOrd="0" presId="urn:microsoft.com/office/officeart/2005/8/layout/vList2"/>
    <dgm:cxn modelId="{29B63039-F07B-43BC-935E-C43535E29CAE}" type="presParOf" srcId="{AF6BD93D-5366-49D8-9767-96A7CBC59BCF}" destId="{9C81AB8A-12D0-447B-B226-C10C89AE3A7E}" srcOrd="2" destOrd="0" presId="urn:microsoft.com/office/officeart/2005/8/layout/vList2"/>
    <dgm:cxn modelId="{92021468-89B6-41D2-8D45-9EA181D80C9E}" type="presParOf" srcId="{AF6BD93D-5366-49D8-9767-96A7CBC59BCF}" destId="{EE0F2292-4C75-4BA5-925F-52AB2A7A186E}" srcOrd="3" destOrd="0" presId="urn:microsoft.com/office/officeart/2005/8/layout/vList2"/>
    <dgm:cxn modelId="{414412B1-7954-40F9-A4C8-D3F5514F3003}" type="presParOf" srcId="{AF6BD93D-5366-49D8-9767-96A7CBC59BCF}" destId="{68826350-8859-4C1D-8392-2D422149A536}" srcOrd="4" destOrd="0" presId="urn:microsoft.com/office/officeart/2005/8/layout/vList2"/>
    <dgm:cxn modelId="{22C21959-E1D9-48F9-9227-561E3BBC24E2}" type="presParOf" srcId="{AF6BD93D-5366-49D8-9767-96A7CBC59BCF}" destId="{6BE17ADB-60B5-458B-AB44-1444C929F940}" srcOrd="5" destOrd="0" presId="urn:microsoft.com/office/officeart/2005/8/layout/vList2"/>
    <dgm:cxn modelId="{CBD04FD6-4512-4F77-B5FB-9B46D22BA22B}" type="presParOf" srcId="{AF6BD93D-5366-49D8-9767-96A7CBC59BCF}" destId="{F9783BF9-E6B1-412C-B828-017EB12D2296}" srcOrd="6" destOrd="0" presId="urn:microsoft.com/office/officeart/2005/8/layout/vList2"/>
    <dgm:cxn modelId="{266A4A37-97F9-457E-8498-EF6772F0E8E3}" type="presParOf" srcId="{AF6BD93D-5366-49D8-9767-96A7CBC59BCF}" destId="{C485D530-67AE-44F6-898A-B4982526BDDB}" srcOrd="7" destOrd="0" presId="urn:microsoft.com/office/officeart/2005/8/layout/vList2"/>
    <dgm:cxn modelId="{C6669023-0FB9-44B9-96EE-343454161A93}" type="presParOf" srcId="{AF6BD93D-5366-49D8-9767-96A7CBC59BCF}" destId="{3D460D3D-F9E8-41DE-B73B-723153BA8D3B}" srcOrd="8" destOrd="0" presId="urn:microsoft.com/office/officeart/2005/8/layout/vList2"/>
    <dgm:cxn modelId="{D157CF14-3F76-441A-946A-7BE17F5F4BC8}" type="presParOf" srcId="{AF6BD93D-5366-49D8-9767-96A7CBC59BCF}" destId="{30EC25AA-6E9B-4549-9611-829697F392C4}" srcOrd="9" destOrd="0" presId="urn:microsoft.com/office/officeart/2005/8/layout/vList2"/>
    <dgm:cxn modelId="{7332C5CD-5345-48F7-B1B0-C996C58BC0B7}" type="presParOf" srcId="{AF6BD93D-5366-49D8-9767-96A7CBC59BCF}" destId="{8A3B452B-B0E2-4916-91F8-B8BD0E1870FA}" srcOrd="10" destOrd="0" presId="urn:microsoft.com/office/officeart/2005/8/layout/vList2"/>
    <dgm:cxn modelId="{76DD65D3-23B8-49AF-81A7-BB5B425C27FB}" type="presParOf" srcId="{AF6BD93D-5366-49D8-9767-96A7CBC59BCF}" destId="{544142A2-333E-4742-961E-1A07B04E50B2}" srcOrd="11" destOrd="0" presId="urn:microsoft.com/office/officeart/2005/8/layout/vList2"/>
    <dgm:cxn modelId="{325D41EB-8A69-4A27-966D-C1ACF601503E}" type="presParOf" srcId="{AF6BD93D-5366-49D8-9767-96A7CBC59BCF}" destId="{2718F14D-BBA9-4133-BE62-DE0CB7B1269A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9B10213-C97E-493C-9FEE-45670E40689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19D0505-B46A-4002-AC14-D7C90486E0EE}">
      <dgm:prSet/>
      <dgm:spPr/>
      <dgm:t>
        <a:bodyPr/>
        <a:lstStyle/>
        <a:p>
          <a:r>
            <a:rPr lang="en-US"/>
            <a:t>Points importants :</a:t>
          </a:r>
        </a:p>
      </dgm:t>
    </dgm:pt>
    <dgm:pt modelId="{7EFA2394-80D0-41AE-9C31-081929050108}" type="parTrans" cxnId="{2EC1015D-AAAA-4C37-9A2D-686D59D05BA5}">
      <dgm:prSet/>
      <dgm:spPr/>
      <dgm:t>
        <a:bodyPr/>
        <a:lstStyle/>
        <a:p>
          <a:endParaRPr lang="en-US"/>
        </a:p>
      </dgm:t>
    </dgm:pt>
    <dgm:pt modelId="{2E534C26-3ADB-4A6F-A58C-165BA125DE14}" type="sibTrans" cxnId="{2EC1015D-AAAA-4C37-9A2D-686D59D05BA5}">
      <dgm:prSet/>
      <dgm:spPr/>
      <dgm:t>
        <a:bodyPr/>
        <a:lstStyle/>
        <a:p>
          <a:endParaRPr lang="en-US"/>
        </a:p>
      </dgm:t>
    </dgm:pt>
    <dgm:pt modelId="{5096740F-87DC-4C84-85CB-1E194E9DC1E5}">
      <dgm:prSet/>
      <dgm:spPr/>
      <dgm:t>
        <a:bodyPr/>
        <a:lstStyle/>
        <a:p>
          <a:r>
            <a:rPr lang="en-US"/>
            <a:t>BLIP fournit des descriptions cohérentes</a:t>
          </a:r>
        </a:p>
      </dgm:t>
    </dgm:pt>
    <dgm:pt modelId="{3F4E9B39-9F2B-44EC-8132-5C41B992E78E}" type="parTrans" cxnId="{793205AA-7717-4C95-9D9F-85C33669CF59}">
      <dgm:prSet/>
      <dgm:spPr/>
      <dgm:t>
        <a:bodyPr/>
        <a:lstStyle/>
        <a:p>
          <a:endParaRPr lang="en-US"/>
        </a:p>
      </dgm:t>
    </dgm:pt>
    <dgm:pt modelId="{510ED6A7-B696-4499-A20E-79107CABE3B2}" type="sibTrans" cxnId="{793205AA-7717-4C95-9D9F-85C33669CF59}">
      <dgm:prSet/>
      <dgm:spPr/>
      <dgm:t>
        <a:bodyPr/>
        <a:lstStyle/>
        <a:p>
          <a:endParaRPr lang="en-US"/>
        </a:p>
      </dgm:t>
    </dgm:pt>
    <dgm:pt modelId="{A99711B9-6E6B-4E14-B582-72A6C2E5B66B}">
      <dgm:prSet/>
      <dgm:spPr/>
      <dgm:t>
        <a:bodyPr/>
        <a:lstStyle/>
        <a:p>
          <a:r>
            <a:rPr lang="en-US"/>
            <a:t>Analyse de texte rapide et efficace</a:t>
          </a:r>
        </a:p>
      </dgm:t>
    </dgm:pt>
    <dgm:pt modelId="{9D2D5AC3-6A5A-4BF3-BD0F-7637C81C4D49}" type="parTrans" cxnId="{8C3C3825-BFD6-4D76-8C40-9CC7207CEFD4}">
      <dgm:prSet/>
      <dgm:spPr/>
      <dgm:t>
        <a:bodyPr/>
        <a:lstStyle/>
        <a:p>
          <a:endParaRPr lang="en-US"/>
        </a:p>
      </dgm:t>
    </dgm:pt>
    <dgm:pt modelId="{50B2B3A6-EB10-48E8-8582-C451239F61AB}" type="sibTrans" cxnId="{8C3C3825-BFD6-4D76-8C40-9CC7207CEFD4}">
      <dgm:prSet/>
      <dgm:spPr/>
      <dgm:t>
        <a:bodyPr/>
        <a:lstStyle/>
        <a:p>
          <a:endParaRPr lang="en-US"/>
        </a:p>
      </dgm:t>
    </dgm:pt>
    <dgm:pt modelId="{87C30546-B429-4A99-B9C9-7A3D99CB75DB}">
      <dgm:prSet/>
      <dgm:spPr/>
      <dgm:t>
        <a:bodyPr/>
        <a:lstStyle/>
        <a:p>
          <a:r>
            <a:rPr lang="en-US"/>
            <a:t>Application fluide et modulaire</a:t>
          </a:r>
        </a:p>
      </dgm:t>
    </dgm:pt>
    <dgm:pt modelId="{3068A675-CAEB-4B9E-A8F7-1E767B51F2E6}" type="parTrans" cxnId="{524DC932-689E-4F79-9930-23C2A0F2784B}">
      <dgm:prSet/>
      <dgm:spPr/>
      <dgm:t>
        <a:bodyPr/>
        <a:lstStyle/>
        <a:p>
          <a:endParaRPr lang="en-US"/>
        </a:p>
      </dgm:t>
    </dgm:pt>
    <dgm:pt modelId="{D6FD785D-DFC0-4061-9A94-52FBC6F0B83E}" type="sibTrans" cxnId="{524DC932-689E-4F79-9930-23C2A0F2784B}">
      <dgm:prSet/>
      <dgm:spPr/>
      <dgm:t>
        <a:bodyPr/>
        <a:lstStyle/>
        <a:p>
          <a:endParaRPr lang="en-US"/>
        </a:p>
      </dgm:t>
    </dgm:pt>
    <dgm:pt modelId="{5D983F40-9963-48EC-BCCC-1B2421A1377E}">
      <dgm:prSet/>
      <dgm:spPr/>
      <dgm:t>
        <a:bodyPr/>
        <a:lstStyle/>
        <a:p>
          <a:r>
            <a:rPr lang="en-US"/>
            <a:t>Bonne base pour futures améliorations</a:t>
          </a:r>
        </a:p>
      </dgm:t>
    </dgm:pt>
    <dgm:pt modelId="{5441CC93-B948-403A-878C-40C5A5992FE8}" type="parTrans" cxnId="{47FC4C69-3DD8-49A0-B6A5-9BED759A8627}">
      <dgm:prSet/>
      <dgm:spPr/>
      <dgm:t>
        <a:bodyPr/>
        <a:lstStyle/>
        <a:p>
          <a:endParaRPr lang="en-US"/>
        </a:p>
      </dgm:t>
    </dgm:pt>
    <dgm:pt modelId="{02BC5BDF-A603-4515-B007-EBB534D75B15}" type="sibTrans" cxnId="{47FC4C69-3DD8-49A0-B6A5-9BED759A8627}">
      <dgm:prSet/>
      <dgm:spPr/>
      <dgm:t>
        <a:bodyPr/>
        <a:lstStyle/>
        <a:p>
          <a:endParaRPr lang="en-US"/>
        </a:p>
      </dgm:t>
    </dgm:pt>
    <dgm:pt modelId="{486764FE-3FF5-41E1-BF72-1593E6C4DA22}" type="pres">
      <dgm:prSet presAssocID="{49B10213-C97E-493C-9FEE-45670E406895}" presName="root" presStyleCnt="0">
        <dgm:presLayoutVars>
          <dgm:dir/>
          <dgm:resizeHandles val="exact"/>
        </dgm:presLayoutVars>
      </dgm:prSet>
      <dgm:spPr/>
    </dgm:pt>
    <dgm:pt modelId="{1A5AC580-A9B5-4E7D-A5F1-AD449ADF6138}" type="pres">
      <dgm:prSet presAssocID="{219D0505-B46A-4002-AC14-D7C90486E0EE}" presName="compNode" presStyleCnt="0"/>
      <dgm:spPr/>
    </dgm:pt>
    <dgm:pt modelId="{3D1D37E2-2CB1-434C-8DD5-D83794508652}" type="pres">
      <dgm:prSet presAssocID="{219D0505-B46A-4002-AC14-D7C90486E0E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yrinthe"/>
        </a:ext>
      </dgm:extLst>
    </dgm:pt>
    <dgm:pt modelId="{F408FB40-C0AE-4849-B27E-3EEF26F5015C}" type="pres">
      <dgm:prSet presAssocID="{219D0505-B46A-4002-AC14-D7C90486E0EE}" presName="spaceRect" presStyleCnt="0"/>
      <dgm:spPr/>
    </dgm:pt>
    <dgm:pt modelId="{A58B2201-BEB5-4B1E-9DFC-9CA7A58D79DC}" type="pres">
      <dgm:prSet presAssocID="{219D0505-B46A-4002-AC14-D7C90486E0EE}" presName="textRect" presStyleLbl="revTx" presStyleIdx="0" presStyleCnt="5">
        <dgm:presLayoutVars>
          <dgm:chMax val="1"/>
          <dgm:chPref val="1"/>
        </dgm:presLayoutVars>
      </dgm:prSet>
      <dgm:spPr/>
    </dgm:pt>
    <dgm:pt modelId="{2B3BCA72-FC37-49A0-B85B-752625BF3826}" type="pres">
      <dgm:prSet presAssocID="{2E534C26-3ADB-4A6F-A58C-165BA125DE14}" presName="sibTrans" presStyleCnt="0"/>
      <dgm:spPr/>
    </dgm:pt>
    <dgm:pt modelId="{C601A406-D868-4969-8EF3-EA1FC0B40279}" type="pres">
      <dgm:prSet presAssocID="{5096740F-87DC-4C84-85CB-1E194E9DC1E5}" presName="compNode" presStyleCnt="0"/>
      <dgm:spPr/>
    </dgm:pt>
    <dgm:pt modelId="{C5CD2F14-B5EB-4F0E-869D-2EFDA5523E95}" type="pres">
      <dgm:prSet presAssocID="{5096740F-87DC-4C84-85CB-1E194E9DC1E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eur"/>
        </a:ext>
      </dgm:extLst>
    </dgm:pt>
    <dgm:pt modelId="{0FBCF516-AC61-4551-89BE-E339725CB3F4}" type="pres">
      <dgm:prSet presAssocID="{5096740F-87DC-4C84-85CB-1E194E9DC1E5}" presName="spaceRect" presStyleCnt="0"/>
      <dgm:spPr/>
    </dgm:pt>
    <dgm:pt modelId="{358BECFD-DCA4-42C6-BC51-FEFBF2DC2770}" type="pres">
      <dgm:prSet presAssocID="{5096740F-87DC-4C84-85CB-1E194E9DC1E5}" presName="textRect" presStyleLbl="revTx" presStyleIdx="1" presStyleCnt="5">
        <dgm:presLayoutVars>
          <dgm:chMax val="1"/>
          <dgm:chPref val="1"/>
        </dgm:presLayoutVars>
      </dgm:prSet>
      <dgm:spPr/>
    </dgm:pt>
    <dgm:pt modelId="{C500C839-A8EE-4A8A-8A5E-9E7B00DB6A1B}" type="pres">
      <dgm:prSet presAssocID="{510ED6A7-B696-4499-A20E-79107CABE3B2}" presName="sibTrans" presStyleCnt="0"/>
      <dgm:spPr/>
    </dgm:pt>
    <dgm:pt modelId="{D859E3B3-12A5-49E2-8E0E-AEF6F5D6D5DA}" type="pres">
      <dgm:prSet presAssocID="{A99711B9-6E6B-4E14-B582-72A6C2E5B66B}" presName="compNode" presStyleCnt="0"/>
      <dgm:spPr/>
    </dgm:pt>
    <dgm:pt modelId="{561BF4DF-4D16-44C6-B275-D7097F0B58AF}" type="pres">
      <dgm:prSet presAssocID="{A99711B9-6E6B-4E14-B582-72A6C2E5B66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ronomètre"/>
        </a:ext>
      </dgm:extLst>
    </dgm:pt>
    <dgm:pt modelId="{0E1C2452-180A-4275-86E1-CA963ECCF24A}" type="pres">
      <dgm:prSet presAssocID="{A99711B9-6E6B-4E14-B582-72A6C2E5B66B}" presName="spaceRect" presStyleCnt="0"/>
      <dgm:spPr/>
    </dgm:pt>
    <dgm:pt modelId="{6B6B951F-4E69-4C48-8C82-B54D0127C0CF}" type="pres">
      <dgm:prSet presAssocID="{A99711B9-6E6B-4E14-B582-72A6C2E5B66B}" presName="textRect" presStyleLbl="revTx" presStyleIdx="2" presStyleCnt="5">
        <dgm:presLayoutVars>
          <dgm:chMax val="1"/>
          <dgm:chPref val="1"/>
        </dgm:presLayoutVars>
      </dgm:prSet>
      <dgm:spPr/>
    </dgm:pt>
    <dgm:pt modelId="{1E4D0D0E-576B-4DA1-897D-F5060D9F5DAB}" type="pres">
      <dgm:prSet presAssocID="{50B2B3A6-EB10-48E8-8582-C451239F61AB}" presName="sibTrans" presStyleCnt="0"/>
      <dgm:spPr/>
    </dgm:pt>
    <dgm:pt modelId="{6D689082-5166-4E5F-BE53-577161A96C96}" type="pres">
      <dgm:prSet presAssocID="{87C30546-B429-4A99-B9C9-7A3D99CB75DB}" presName="compNode" presStyleCnt="0"/>
      <dgm:spPr/>
    </dgm:pt>
    <dgm:pt modelId="{13D8184D-5083-4162-8CB0-24457FB4B4B8}" type="pres">
      <dgm:prSet presAssocID="{87C30546-B429-4A99-B9C9-7A3D99CB75D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73B48FE0-E292-439C-A52D-D568C2575133}" type="pres">
      <dgm:prSet presAssocID="{87C30546-B429-4A99-B9C9-7A3D99CB75DB}" presName="spaceRect" presStyleCnt="0"/>
      <dgm:spPr/>
    </dgm:pt>
    <dgm:pt modelId="{2942EFB5-F5A7-4CC2-A8E9-00C7B3BEB15D}" type="pres">
      <dgm:prSet presAssocID="{87C30546-B429-4A99-B9C9-7A3D99CB75DB}" presName="textRect" presStyleLbl="revTx" presStyleIdx="3" presStyleCnt="5">
        <dgm:presLayoutVars>
          <dgm:chMax val="1"/>
          <dgm:chPref val="1"/>
        </dgm:presLayoutVars>
      </dgm:prSet>
      <dgm:spPr/>
    </dgm:pt>
    <dgm:pt modelId="{F1C72E26-B302-49EE-9299-25FBAA588DE2}" type="pres">
      <dgm:prSet presAssocID="{D6FD785D-DFC0-4061-9A94-52FBC6F0B83E}" presName="sibTrans" presStyleCnt="0"/>
      <dgm:spPr/>
    </dgm:pt>
    <dgm:pt modelId="{495A2B45-09C0-4013-9744-864945744EFD}" type="pres">
      <dgm:prSet presAssocID="{5D983F40-9963-48EC-BCCC-1B2421A1377E}" presName="compNode" presStyleCnt="0"/>
      <dgm:spPr/>
    </dgm:pt>
    <dgm:pt modelId="{10D708BA-1BA9-40D1-B025-4C7A3B7BDDA3}" type="pres">
      <dgm:prSet presAssocID="{5D983F40-9963-48EC-BCCC-1B2421A1377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6C58470F-DB56-446D-9F8B-2F9E165C18F5}" type="pres">
      <dgm:prSet presAssocID="{5D983F40-9963-48EC-BCCC-1B2421A1377E}" presName="spaceRect" presStyleCnt="0"/>
      <dgm:spPr/>
    </dgm:pt>
    <dgm:pt modelId="{33B64CEA-E301-49FC-BD6B-A6B564D881BA}" type="pres">
      <dgm:prSet presAssocID="{5D983F40-9963-48EC-BCCC-1B2421A1377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3C19D16-DDDC-4BFD-A76B-8330A848761D}" type="presOf" srcId="{87C30546-B429-4A99-B9C9-7A3D99CB75DB}" destId="{2942EFB5-F5A7-4CC2-A8E9-00C7B3BEB15D}" srcOrd="0" destOrd="0" presId="urn:microsoft.com/office/officeart/2018/2/layout/IconLabelList"/>
    <dgm:cxn modelId="{C8A64F1D-9080-42F7-93BB-437D256CF224}" type="presOf" srcId="{A99711B9-6E6B-4E14-B582-72A6C2E5B66B}" destId="{6B6B951F-4E69-4C48-8C82-B54D0127C0CF}" srcOrd="0" destOrd="0" presId="urn:microsoft.com/office/officeart/2018/2/layout/IconLabelList"/>
    <dgm:cxn modelId="{8C3C3825-BFD6-4D76-8C40-9CC7207CEFD4}" srcId="{49B10213-C97E-493C-9FEE-45670E406895}" destId="{A99711B9-6E6B-4E14-B582-72A6C2E5B66B}" srcOrd="2" destOrd="0" parTransId="{9D2D5AC3-6A5A-4BF3-BD0F-7637C81C4D49}" sibTransId="{50B2B3A6-EB10-48E8-8582-C451239F61AB}"/>
    <dgm:cxn modelId="{524DC932-689E-4F79-9930-23C2A0F2784B}" srcId="{49B10213-C97E-493C-9FEE-45670E406895}" destId="{87C30546-B429-4A99-B9C9-7A3D99CB75DB}" srcOrd="3" destOrd="0" parTransId="{3068A675-CAEB-4B9E-A8F7-1E767B51F2E6}" sibTransId="{D6FD785D-DFC0-4061-9A94-52FBC6F0B83E}"/>
    <dgm:cxn modelId="{9B436734-4E59-47F0-9020-1779A19C65D6}" type="presOf" srcId="{49B10213-C97E-493C-9FEE-45670E406895}" destId="{486764FE-3FF5-41E1-BF72-1593E6C4DA22}" srcOrd="0" destOrd="0" presId="urn:microsoft.com/office/officeart/2018/2/layout/IconLabelList"/>
    <dgm:cxn modelId="{2EC1015D-AAAA-4C37-9A2D-686D59D05BA5}" srcId="{49B10213-C97E-493C-9FEE-45670E406895}" destId="{219D0505-B46A-4002-AC14-D7C90486E0EE}" srcOrd="0" destOrd="0" parTransId="{7EFA2394-80D0-41AE-9C31-081929050108}" sibTransId="{2E534C26-3ADB-4A6F-A58C-165BA125DE14}"/>
    <dgm:cxn modelId="{47FC4C69-3DD8-49A0-B6A5-9BED759A8627}" srcId="{49B10213-C97E-493C-9FEE-45670E406895}" destId="{5D983F40-9963-48EC-BCCC-1B2421A1377E}" srcOrd="4" destOrd="0" parTransId="{5441CC93-B948-403A-878C-40C5A5992FE8}" sibTransId="{02BC5BDF-A603-4515-B007-EBB534D75B15}"/>
    <dgm:cxn modelId="{C636E549-0969-4173-8C9B-14519E0EEB95}" type="presOf" srcId="{5096740F-87DC-4C84-85CB-1E194E9DC1E5}" destId="{358BECFD-DCA4-42C6-BC51-FEFBF2DC2770}" srcOrd="0" destOrd="0" presId="urn:microsoft.com/office/officeart/2018/2/layout/IconLabelList"/>
    <dgm:cxn modelId="{FC8D3F77-E809-44F9-B8A9-A2975A04ADD2}" type="presOf" srcId="{5D983F40-9963-48EC-BCCC-1B2421A1377E}" destId="{33B64CEA-E301-49FC-BD6B-A6B564D881BA}" srcOrd="0" destOrd="0" presId="urn:microsoft.com/office/officeart/2018/2/layout/IconLabelList"/>
    <dgm:cxn modelId="{793205AA-7717-4C95-9D9F-85C33669CF59}" srcId="{49B10213-C97E-493C-9FEE-45670E406895}" destId="{5096740F-87DC-4C84-85CB-1E194E9DC1E5}" srcOrd="1" destOrd="0" parTransId="{3F4E9B39-9F2B-44EC-8132-5C41B992E78E}" sibTransId="{510ED6A7-B696-4499-A20E-79107CABE3B2}"/>
    <dgm:cxn modelId="{5FDDFDB5-09D4-4283-B48E-2BAC8A909DC3}" type="presOf" srcId="{219D0505-B46A-4002-AC14-D7C90486E0EE}" destId="{A58B2201-BEB5-4B1E-9DFC-9CA7A58D79DC}" srcOrd="0" destOrd="0" presId="urn:microsoft.com/office/officeart/2018/2/layout/IconLabelList"/>
    <dgm:cxn modelId="{C9CF86FA-0962-466B-A22B-6FB368DFA070}" type="presParOf" srcId="{486764FE-3FF5-41E1-BF72-1593E6C4DA22}" destId="{1A5AC580-A9B5-4E7D-A5F1-AD449ADF6138}" srcOrd="0" destOrd="0" presId="urn:microsoft.com/office/officeart/2018/2/layout/IconLabelList"/>
    <dgm:cxn modelId="{8B666A50-467D-47B1-92AC-56275E75EF67}" type="presParOf" srcId="{1A5AC580-A9B5-4E7D-A5F1-AD449ADF6138}" destId="{3D1D37E2-2CB1-434C-8DD5-D83794508652}" srcOrd="0" destOrd="0" presId="urn:microsoft.com/office/officeart/2018/2/layout/IconLabelList"/>
    <dgm:cxn modelId="{40E942CE-0ED2-4C92-BE11-4D7558BC30E7}" type="presParOf" srcId="{1A5AC580-A9B5-4E7D-A5F1-AD449ADF6138}" destId="{F408FB40-C0AE-4849-B27E-3EEF26F5015C}" srcOrd="1" destOrd="0" presId="urn:microsoft.com/office/officeart/2018/2/layout/IconLabelList"/>
    <dgm:cxn modelId="{B2E8F20C-DB32-4B3C-A2E1-6E9E85529117}" type="presParOf" srcId="{1A5AC580-A9B5-4E7D-A5F1-AD449ADF6138}" destId="{A58B2201-BEB5-4B1E-9DFC-9CA7A58D79DC}" srcOrd="2" destOrd="0" presId="urn:microsoft.com/office/officeart/2018/2/layout/IconLabelList"/>
    <dgm:cxn modelId="{FF28EF6E-4C74-4970-9AE4-441635AF34A3}" type="presParOf" srcId="{486764FE-3FF5-41E1-BF72-1593E6C4DA22}" destId="{2B3BCA72-FC37-49A0-B85B-752625BF3826}" srcOrd="1" destOrd="0" presId="urn:microsoft.com/office/officeart/2018/2/layout/IconLabelList"/>
    <dgm:cxn modelId="{E070900B-3E6C-4907-A756-EF7AEAC0023D}" type="presParOf" srcId="{486764FE-3FF5-41E1-BF72-1593E6C4DA22}" destId="{C601A406-D868-4969-8EF3-EA1FC0B40279}" srcOrd="2" destOrd="0" presId="urn:microsoft.com/office/officeart/2018/2/layout/IconLabelList"/>
    <dgm:cxn modelId="{AA062291-3B78-4984-8B27-C1891701D0EE}" type="presParOf" srcId="{C601A406-D868-4969-8EF3-EA1FC0B40279}" destId="{C5CD2F14-B5EB-4F0E-869D-2EFDA5523E95}" srcOrd="0" destOrd="0" presId="urn:microsoft.com/office/officeart/2018/2/layout/IconLabelList"/>
    <dgm:cxn modelId="{EB3E6A34-3E87-45D3-BB85-9EA0C6C7D251}" type="presParOf" srcId="{C601A406-D868-4969-8EF3-EA1FC0B40279}" destId="{0FBCF516-AC61-4551-89BE-E339725CB3F4}" srcOrd="1" destOrd="0" presId="urn:microsoft.com/office/officeart/2018/2/layout/IconLabelList"/>
    <dgm:cxn modelId="{4C885980-B16F-4531-ADD7-9EC097C2E951}" type="presParOf" srcId="{C601A406-D868-4969-8EF3-EA1FC0B40279}" destId="{358BECFD-DCA4-42C6-BC51-FEFBF2DC2770}" srcOrd="2" destOrd="0" presId="urn:microsoft.com/office/officeart/2018/2/layout/IconLabelList"/>
    <dgm:cxn modelId="{51367E87-3A0B-4C63-95E8-03077BB620F9}" type="presParOf" srcId="{486764FE-3FF5-41E1-BF72-1593E6C4DA22}" destId="{C500C839-A8EE-4A8A-8A5E-9E7B00DB6A1B}" srcOrd="3" destOrd="0" presId="urn:microsoft.com/office/officeart/2018/2/layout/IconLabelList"/>
    <dgm:cxn modelId="{2D4189B2-E430-4FA2-A834-4EEA19661CAD}" type="presParOf" srcId="{486764FE-3FF5-41E1-BF72-1593E6C4DA22}" destId="{D859E3B3-12A5-49E2-8E0E-AEF6F5D6D5DA}" srcOrd="4" destOrd="0" presId="urn:microsoft.com/office/officeart/2018/2/layout/IconLabelList"/>
    <dgm:cxn modelId="{F9DDCB66-608B-44AC-96DC-3BB6D1787650}" type="presParOf" srcId="{D859E3B3-12A5-49E2-8E0E-AEF6F5D6D5DA}" destId="{561BF4DF-4D16-44C6-B275-D7097F0B58AF}" srcOrd="0" destOrd="0" presId="urn:microsoft.com/office/officeart/2018/2/layout/IconLabelList"/>
    <dgm:cxn modelId="{1B78AB4B-841A-4152-BF4A-EB6A57A856E5}" type="presParOf" srcId="{D859E3B3-12A5-49E2-8E0E-AEF6F5D6D5DA}" destId="{0E1C2452-180A-4275-86E1-CA963ECCF24A}" srcOrd="1" destOrd="0" presId="urn:microsoft.com/office/officeart/2018/2/layout/IconLabelList"/>
    <dgm:cxn modelId="{9B2745CD-5CF7-4EA6-810A-8284874D360D}" type="presParOf" srcId="{D859E3B3-12A5-49E2-8E0E-AEF6F5D6D5DA}" destId="{6B6B951F-4E69-4C48-8C82-B54D0127C0CF}" srcOrd="2" destOrd="0" presId="urn:microsoft.com/office/officeart/2018/2/layout/IconLabelList"/>
    <dgm:cxn modelId="{927B8C02-F00F-4CEF-8BC0-D3305CDD4667}" type="presParOf" srcId="{486764FE-3FF5-41E1-BF72-1593E6C4DA22}" destId="{1E4D0D0E-576B-4DA1-897D-F5060D9F5DAB}" srcOrd="5" destOrd="0" presId="urn:microsoft.com/office/officeart/2018/2/layout/IconLabelList"/>
    <dgm:cxn modelId="{0321887B-527B-4278-96DD-DD07FD4CBF04}" type="presParOf" srcId="{486764FE-3FF5-41E1-BF72-1593E6C4DA22}" destId="{6D689082-5166-4E5F-BE53-577161A96C96}" srcOrd="6" destOrd="0" presId="urn:microsoft.com/office/officeart/2018/2/layout/IconLabelList"/>
    <dgm:cxn modelId="{F3CEF493-E34C-4051-9E1D-7B4CE36C8511}" type="presParOf" srcId="{6D689082-5166-4E5F-BE53-577161A96C96}" destId="{13D8184D-5083-4162-8CB0-24457FB4B4B8}" srcOrd="0" destOrd="0" presId="urn:microsoft.com/office/officeart/2018/2/layout/IconLabelList"/>
    <dgm:cxn modelId="{C251D127-58A8-4E33-A941-511640280F45}" type="presParOf" srcId="{6D689082-5166-4E5F-BE53-577161A96C96}" destId="{73B48FE0-E292-439C-A52D-D568C2575133}" srcOrd="1" destOrd="0" presId="urn:microsoft.com/office/officeart/2018/2/layout/IconLabelList"/>
    <dgm:cxn modelId="{D935D3CD-07A5-41A0-8EA3-EFB70A163098}" type="presParOf" srcId="{6D689082-5166-4E5F-BE53-577161A96C96}" destId="{2942EFB5-F5A7-4CC2-A8E9-00C7B3BEB15D}" srcOrd="2" destOrd="0" presId="urn:microsoft.com/office/officeart/2018/2/layout/IconLabelList"/>
    <dgm:cxn modelId="{00831095-B981-4FC7-94B2-94106E9AECF9}" type="presParOf" srcId="{486764FE-3FF5-41E1-BF72-1593E6C4DA22}" destId="{F1C72E26-B302-49EE-9299-25FBAA588DE2}" srcOrd="7" destOrd="0" presId="urn:microsoft.com/office/officeart/2018/2/layout/IconLabelList"/>
    <dgm:cxn modelId="{83C2B117-AF3E-4285-9D39-32CACCCC536C}" type="presParOf" srcId="{486764FE-3FF5-41E1-BF72-1593E6C4DA22}" destId="{495A2B45-09C0-4013-9744-864945744EFD}" srcOrd="8" destOrd="0" presId="urn:microsoft.com/office/officeart/2018/2/layout/IconLabelList"/>
    <dgm:cxn modelId="{FC48D7F5-C8CF-4C84-A07A-A5E102182D49}" type="presParOf" srcId="{495A2B45-09C0-4013-9744-864945744EFD}" destId="{10D708BA-1BA9-40D1-B025-4C7A3B7BDDA3}" srcOrd="0" destOrd="0" presId="urn:microsoft.com/office/officeart/2018/2/layout/IconLabelList"/>
    <dgm:cxn modelId="{68FDE214-83C4-4049-80A7-9DB6739889A4}" type="presParOf" srcId="{495A2B45-09C0-4013-9744-864945744EFD}" destId="{6C58470F-DB56-446D-9F8B-2F9E165C18F5}" srcOrd="1" destOrd="0" presId="urn:microsoft.com/office/officeart/2018/2/layout/IconLabelList"/>
    <dgm:cxn modelId="{401E3D46-E9AC-49B9-8A7D-135837ED921E}" type="presParOf" srcId="{495A2B45-09C0-4013-9744-864945744EFD}" destId="{33B64CEA-E301-49FC-BD6B-A6B564D881B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E5D94C-E542-4EB6-AE2E-CB3DBD32658F}">
      <dsp:nvSpPr>
        <dsp:cNvPr id="0" name=""/>
        <dsp:cNvSpPr/>
      </dsp:nvSpPr>
      <dsp:spPr>
        <a:xfrm>
          <a:off x="0" y="478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A8E735-AD5D-4272-8388-658BDCF101E9}">
      <dsp:nvSpPr>
        <dsp:cNvPr id="0" name=""/>
        <dsp:cNvSpPr/>
      </dsp:nvSpPr>
      <dsp:spPr>
        <a:xfrm>
          <a:off x="0" y="478"/>
          <a:ext cx="3993357" cy="559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Technologies principales :</a:t>
          </a:r>
        </a:p>
      </dsp:txBody>
      <dsp:txXfrm>
        <a:off x="0" y="478"/>
        <a:ext cx="3993357" cy="559797"/>
      </dsp:txXfrm>
    </dsp:sp>
    <dsp:sp modelId="{4122C258-20BE-4136-8530-7281E4867456}">
      <dsp:nvSpPr>
        <dsp:cNvPr id="0" name=""/>
        <dsp:cNvSpPr/>
      </dsp:nvSpPr>
      <dsp:spPr>
        <a:xfrm>
          <a:off x="0" y="560275"/>
          <a:ext cx="399335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93F6F1-C22F-4456-887E-5C8C3A8B7710}">
      <dsp:nvSpPr>
        <dsp:cNvPr id="0" name=""/>
        <dsp:cNvSpPr/>
      </dsp:nvSpPr>
      <dsp:spPr>
        <a:xfrm>
          <a:off x="0" y="560275"/>
          <a:ext cx="3993357" cy="559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Streamlit – Interface Web Python</a:t>
          </a:r>
        </a:p>
      </dsp:txBody>
      <dsp:txXfrm>
        <a:off x="0" y="560275"/>
        <a:ext cx="3993357" cy="559797"/>
      </dsp:txXfrm>
    </dsp:sp>
    <dsp:sp modelId="{2C45EE7C-2FBC-4AFC-A52C-986F0DC978AA}">
      <dsp:nvSpPr>
        <dsp:cNvPr id="0" name=""/>
        <dsp:cNvSpPr/>
      </dsp:nvSpPr>
      <dsp:spPr>
        <a:xfrm>
          <a:off x="0" y="1120073"/>
          <a:ext cx="399335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B4FCCE-1952-4937-A4A3-041C777A38BB}">
      <dsp:nvSpPr>
        <dsp:cNvPr id="0" name=""/>
        <dsp:cNvSpPr/>
      </dsp:nvSpPr>
      <dsp:spPr>
        <a:xfrm>
          <a:off x="0" y="1120073"/>
          <a:ext cx="3993357" cy="559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HuggingFace Transformers – Modèles IA</a:t>
          </a:r>
        </a:p>
      </dsp:txBody>
      <dsp:txXfrm>
        <a:off x="0" y="1120073"/>
        <a:ext cx="3993357" cy="559797"/>
      </dsp:txXfrm>
    </dsp:sp>
    <dsp:sp modelId="{CEAA22A6-FBC3-4C15-9714-1C8946E5CDE5}">
      <dsp:nvSpPr>
        <dsp:cNvPr id="0" name=""/>
        <dsp:cNvSpPr/>
      </dsp:nvSpPr>
      <dsp:spPr>
        <a:xfrm>
          <a:off x="0" y="1679870"/>
          <a:ext cx="399335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503C44-0138-4754-A3FC-E7E64975AF7B}">
      <dsp:nvSpPr>
        <dsp:cNvPr id="0" name=""/>
        <dsp:cNvSpPr/>
      </dsp:nvSpPr>
      <dsp:spPr>
        <a:xfrm>
          <a:off x="0" y="1679870"/>
          <a:ext cx="3993357" cy="559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BLIP – Modèle vision+langage</a:t>
          </a:r>
        </a:p>
      </dsp:txBody>
      <dsp:txXfrm>
        <a:off x="0" y="1679870"/>
        <a:ext cx="3993357" cy="559797"/>
      </dsp:txXfrm>
    </dsp:sp>
    <dsp:sp modelId="{6649AD73-A71D-4EB1-B5C7-DC3638B925E5}">
      <dsp:nvSpPr>
        <dsp:cNvPr id="0" name=""/>
        <dsp:cNvSpPr/>
      </dsp:nvSpPr>
      <dsp:spPr>
        <a:xfrm>
          <a:off x="0" y="2239667"/>
          <a:ext cx="399335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514C9E-2DBA-44E1-8FF6-BEE64156E1B1}">
      <dsp:nvSpPr>
        <dsp:cNvPr id="0" name=""/>
        <dsp:cNvSpPr/>
      </dsp:nvSpPr>
      <dsp:spPr>
        <a:xfrm>
          <a:off x="0" y="2239667"/>
          <a:ext cx="3993357" cy="559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Torch – Backend IA</a:t>
          </a:r>
        </a:p>
      </dsp:txBody>
      <dsp:txXfrm>
        <a:off x="0" y="2239667"/>
        <a:ext cx="3993357" cy="559797"/>
      </dsp:txXfrm>
    </dsp:sp>
    <dsp:sp modelId="{7A28E746-FFAE-47D5-8FED-9D1911174E0F}">
      <dsp:nvSpPr>
        <dsp:cNvPr id="0" name=""/>
        <dsp:cNvSpPr/>
      </dsp:nvSpPr>
      <dsp:spPr>
        <a:xfrm>
          <a:off x="0" y="2799464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46F809-FE44-4A04-B5B3-9D3D909966F1}">
      <dsp:nvSpPr>
        <dsp:cNvPr id="0" name=""/>
        <dsp:cNvSpPr/>
      </dsp:nvSpPr>
      <dsp:spPr>
        <a:xfrm>
          <a:off x="0" y="2799464"/>
          <a:ext cx="3993357" cy="559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VS Code – IDE</a:t>
          </a:r>
        </a:p>
      </dsp:txBody>
      <dsp:txXfrm>
        <a:off x="0" y="2799464"/>
        <a:ext cx="3993357" cy="559797"/>
      </dsp:txXfrm>
    </dsp:sp>
    <dsp:sp modelId="{69B65134-8D1D-4CA8-9497-A7E438526853}">
      <dsp:nvSpPr>
        <dsp:cNvPr id="0" name=""/>
        <dsp:cNvSpPr/>
      </dsp:nvSpPr>
      <dsp:spPr>
        <a:xfrm>
          <a:off x="0" y="3359262"/>
          <a:ext cx="399335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918294-39ED-45A8-ABC6-188164ADBFF3}">
      <dsp:nvSpPr>
        <dsp:cNvPr id="0" name=""/>
        <dsp:cNvSpPr/>
      </dsp:nvSpPr>
      <dsp:spPr>
        <a:xfrm>
          <a:off x="0" y="3359262"/>
          <a:ext cx="3993357" cy="559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GitHub Copilot – Assistant de développement</a:t>
          </a:r>
        </a:p>
      </dsp:txBody>
      <dsp:txXfrm>
        <a:off x="0" y="3359262"/>
        <a:ext cx="3993357" cy="5597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046B5D-4AC9-4A1F-BA80-9054E81323F3}">
      <dsp:nvSpPr>
        <dsp:cNvPr id="0" name=""/>
        <dsp:cNvSpPr/>
      </dsp:nvSpPr>
      <dsp:spPr>
        <a:xfrm>
          <a:off x="0" y="546768"/>
          <a:ext cx="3886131" cy="4797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Structure modulaire incluant :</a:t>
          </a:r>
        </a:p>
      </dsp:txBody>
      <dsp:txXfrm>
        <a:off x="23417" y="570185"/>
        <a:ext cx="3839297" cy="432866"/>
      </dsp:txXfrm>
    </dsp:sp>
    <dsp:sp modelId="{3D60878A-7196-42D7-B6E0-F8456BAC5B25}">
      <dsp:nvSpPr>
        <dsp:cNvPr id="0" name=""/>
        <dsp:cNvSpPr/>
      </dsp:nvSpPr>
      <dsp:spPr>
        <a:xfrm>
          <a:off x="0" y="1084068"/>
          <a:ext cx="3886131" cy="479700"/>
        </a:xfrm>
        <a:prstGeom prst="round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Module Image : pipeline BLIP</a:t>
          </a:r>
        </a:p>
      </dsp:txBody>
      <dsp:txXfrm>
        <a:off x="23417" y="1107485"/>
        <a:ext cx="3839297" cy="432866"/>
      </dsp:txXfrm>
    </dsp:sp>
    <dsp:sp modelId="{0703A14F-DEC5-4782-9E83-25BDAEBB6A85}">
      <dsp:nvSpPr>
        <dsp:cNvPr id="0" name=""/>
        <dsp:cNvSpPr/>
      </dsp:nvSpPr>
      <dsp:spPr>
        <a:xfrm>
          <a:off x="0" y="1621369"/>
          <a:ext cx="3886131" cy="47970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Module Texte : sentiment-analysis</a:t>
          </a:r>
        </a:p>
      </dsp:txBody>
      <dsp:txXfrm>
        <a:off x="23417" y="1644786"/>
        <a:ext cx="3839297" cy="432866"/>
      </dsp:txXfrm>
    </dsp:sp>
    <dsp:sp modelId="{D9BEFE6C-9D0A-411E-BF40-EA427B2B9835}">
      <dsp:nvSpPr>
        <dsp:cNvPr id="0" name=""/>
        <dsp:cNvSpPr/>
      </dsp:nvSpPr>
      <dsp:spPr>
        <a:xfrm>
          <a:off x="0" y="2158669"/>
          <a:ext cx="3886131" cy="479700"/>
        </a:xfrm>
        <a:prstGeom prst="round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Tableau de bord extensible</a:t>
          </a:r>
        </a:p>
      </dsp:txBody>
      <dsp:txXfrm>
        <a:off x="23417" y="2182086"/>
        <a:ext cx="3839297" cy="432866"/>
      </dsp:txXfrm>
    </dsp:sp>
    <dsp:sp modelId="{28E9D8D6-11A9-4D46-89FB-D7B09C52D865}">
      <dsp:nvSpPr>
        <dsp:cNvPr id="0" name=""/>
        <dsp:cNvSpPr/>
      </dsp:nvSpPr>
      <dsp:spPr>
        <a:xfrm>
          <a:off x="0" y="2695969"/>
          <a:ext cx="3886131" cy="47970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Navigation via la sidebar Streamlit</a:t>
          </a:r>
        </a:p>
      </dsp:txBody>
      <dsp:txXfrm>
        <a:off x="23417" y="2719386"/>
        <a:ext cx="3839297" cy="4328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A531A4-3BD6-4A62-929D-F4524D6B9FF7}">
      <dsp:nvSpPr>
        <dsp:cNvPr id="0" name=""/>
        <dsp:cNvSpPr/>
      </dsp:nvSpPr>
      <dsp:spPr>
        <a:xfrm>
          <a:off x="0" y="12766"/>
          <a:ext cx="4501582" cy="4797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Méthode de travail utilisée :</a:t>
          </a:r>
        </a:p>
      </dsp:txBody>
      <dsp:txXfrm>
        <a:off x="23417" y="36183"/>
        <a:ext cx="4454748" cy="432866"/>
      </dsp:txXfrm>
    </dsp:sp>
    <dsp:sp modelId="{9C81AB8A-12D0-447B-B226-C10C89AE3A7E}">
      <dsp:nvSpPr>
        <dsp:cNvPr id="0" name=""/>
        <dsp:cNvSpPr/>
      </dsp:nvSpPr>
      <dsp:spPr>
        <a:xfrm>
          <a:off x="0" y="550066"/>
          <a:ext cx="4501582" cy="479700"/>
        </a:xfrm>
        <a:prstGeom prst="roundRect">
          <a:avLst/>
        </a:prstGeom>
        <a:solidFill>
          <a:schemeClr val="accent5">
            <a:hueOff val="-1655646"/>
            <a:satOff val="6635"/>
            <a:lumOff val="143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Recherche des modèles IA</a:t>
          </a:r>
        </a:p>
      </dsp:txBody>
      <dsp:txXfrm>
        <a:off x="23417" y="573483"/>
        <a:ext cx="4454748" cy="432866"/>
      </dsp:txXfrm>
    </dsp:sp>
    <dsp:sp modelId="{68826350-8859-4C1D-8392-2D422149A536}">
      <dsp:nvSpPr>
        <dsp:cNvPr id="0" name=""/>
        <dsp:cNvSpPr/>
      </dsp:nvSpPr>
      <dsp:spPr>
        <a:xfrm>
          <a:off x="0" y="1087367"/>
          <a:ext cx="4501582" cy="479700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Création de l’environnement virtuel</a:t>
          </a:r>
        </a:p>
      </dsp:txBody>
      <dsp:txXfrm>
        <a:off x="23417" y="1110784"/>
        <a:ext cx="4454748" cy="432866"/>
      </dsp:txXfrm>
    </dsp:sp>
    <dsp:sp modelId="{F9783BF9-E6B1-412C-B828-017EB12D2296}">
      <dsp:nvSpPr>
        <dsp:cNvPr id="0" name=""/>
        <dsp:cNvSpPr/>
      </dsp:nvSpPr>
      <dsp:spPr>
        <a:xfrm>
          <a:off x="0" y="1624667"/>
          <a:ext cx="4501582" cy="47970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Implémentation des modules IA</a:t>
          </a:r>
        </a:p>
      </dsp:txBody>
      <dsp:txXfrm>
        <a:off x="23417" y="1648084"/>
        <a:ext cx="4454748" cy="432866"/>
      </dsp:txXfrm>
    </dsp:sp>
    <dsp:sp modelId="{3D460D3D-F9E8-41DE-B73B-723153BA8D3B}">
      <dsp:nvSpPr>
        <dsp:cNvPr id="0" name=""/>
        <dsp:cNvSpPr/>
      </dsp:nvSpPr>
      <dsp:spPr>
        <a:xfrm>
          <a:off x="0" y="2161967"/>
          <a:ext cx="4501582" cy="479700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Intégration dans Streamlit</a:t>
          </a:r>
        </a:p>
      </dsp:txBody>
      <dsp:txXfrm>
        <a:off x="23417" y="2185384"/>
        <a:ext cx="4454748" cy="432866"/>
      </dsp:txXfrm>
    </dsp:sp>
    <dsp:sp modelId="{8A3B452B-B0E2-4916-91F8-B8BD0E1870FA}">
      <dsp:nvSpPr>
        <dsp:cNvPr id="0" name=""/>
        <dsp:cNvSpPr/>
      </dsp:nvSpPr>
      <dsp:spPr>
        <a:xfrm>
          <a:off x="0" y="2699267"/>
          <a:ext cx="4501582" cy="479700"/>
        </a:xfrm>
        <a:prstGeom prst="roundRect">
          <a:avLst/>
        </a:prstGeom>
        <a:solidFill>
          <a:schemeClr val="accent5">
            <a:hueOff val="-8278230"/>
            <a:satOff val="33176"/>
            <a:lumOff val="719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Tests et débogage</a:t>
          </a:r>
        </a:p>
      </dsp:txBody>
      <dsp:txXfrm>
        <a:off x="23417" y="2722684"/>
        <a:ext cx="4454748" cy="432866"/>
      </dsp:txXfrm>
    </dsp:sp>
    <dsp:sp modelId="{2718F14D-BBA9-4133-BE62-DE0CB7B1269A}">
      <dsp:nvSpPr>
        <dsp:cNvPr id="0" name=""/>
        <dsp:cNvSpPr/>
      </dsp:nvSpPr>
      <dsp:spPr>
        <a:xfrm>
          <a:off x="0" y="3236566"/>
          <a:ext cx="4501582" cy="47970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Rédaction du rapport</a:t>
          </a:r>
        </a:p>
      </dsp:txBody>
      <dsp:txXfrm>
        <a:off x="23417" y="3259983"/>
        <a:ext cx="4454748" cy="4328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1D37E2-2CB1-434C-8DD5-D83794508652}">
      <dsp:nvSpPr>
        <dsp:cNvPr id="0" name=""/>
        <dsp:cNvSpPr/>
      </dsp:nvSpPr>
      <dsp:spPr>
        <a:xfrm>
          <a:off x="370634" y="331380"/>
          <a:ext cx="604335" cy="6043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8B2201-BEB5-4B1E-9DFC-9CA7A58D79DC}">
      <dsp:nvSpPr>
        <dsp:cNvPr id="0" name=""/>
        <dsp:cNvSpPr/>
      </dsp:nvSpPr>
      <dsp:spPr>
        <a:xfrm>
          <a:off x="1318" y="1159458"/>
          <a:ext cx="1342968" cy="53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Points importants :</a:t>
          </a:r>
        </a:p>
      </dsp:txBody>
      <dsp:txXfrm>
        <a:off x="1318" y="1159458"/>
        <a:ext cx="1342968" cy="537187"/>
      </dsp:txXfrm>
    </dsp:sp>
    <dsp:sp modelId="{C5CD2F14-B5EB-4F0E-869D-2EFDA5523E95}">
      <dsp:nvSpPr>
        <dsp:cNvPr id="0" name=""/>
        <dsp:cNvSpPr/>
      </dsp:nvSpPr>
      <dsp:spPr>
        <a:xfrm>
          <a:off x="1948623" y="331380"/>
          <a:ext cx="604335" cy="6043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BECFD-DCA4-42C6-BC51-FEFBF2DC2770}">
      <dsp:nvSpPr>
        <dsp:cNvPr id="0" name=""/>
        <dsp:cNvSpPr/>
      </dsp:nvSpPr>
      <dsp:spPr>
        <a:xfrm>
          <a:off x="1579306" y="1159458"/>
          <a:ext cx="1342968" cy="53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BLIP fournit des descriptions cohérentes</a:t>
          </a:r>
        </a:p>
      </dsp:txBody>
      <dsp:txXfrm>
        <a:off x="1579306" y="1159458"/>
        <a:ext cx="1342968" cy="537187"/>
      </dsp:txXfrm>
    </dsp:sp>
    <dsp:sp modelId="{561BF4DF-4D16-44C6-B275-D7097F0B58AF}">
      <dsp:nvSpPr>
        <dsp:cNvPr id="0" name=""/>
        <dsp:cNvSpPr/>
      </dsp:nvSpPr>
      <dsp:spPr>
        <a:xfrm>
          <a:off x="3526611" y="331380"/>
          <a:ext cx="604335" cy="6043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6B951F-4E69-4C48-8C82-B54D0127C0CF}">
      <dsp:nvSpPr>
        <dsp:cNvPr id="0" name=""/>
        <dsp:cNvSpPr/>
      </dsp:nvSpPr>
      <dsp:spPr>
        <a:xfrm>
          <a:off x="3157294" y="1159458"/>
          <a:ext cx="1342968" cy="53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Analyse de texte rapide et efficace</a:t>
          </a:r>
        </a:p>
      </dsp:txBody>
      <dsp:txXfrm>
        <a:off x="3157294" y="1159458"/>
        <a:ext cx="1342968" cy="537187"/>
      </dsp:txXfrm>
    </dsp:sp>
    <dsp:sp modelId="{13D8184D-5083-4162-8CB0-24457FB4B4B8}">
      <dsp:nvSpPr>
        <dsp:cNvPr id="0" name=""/>
        <dsp:cNvSpPr/>
      </dsp:nvSpPr>
      <dsp:spPr>
        <a:xfrm>
          <a:off x="1159628" y="2032388"/>
          <a:ext cx="604335" cy="60433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42EFB5-F5A7-4CC2-A8E9-00C7B3BEB15D}">
      <dsp:nvSpPr>
        <dsp:cNvPr id="0" name=""/>
        <dsp:cNvSpPr/>
      </dsp:nvSpPr>
      <dsp:spPr>
        <a:xfrm>
          <a:off x="790312" y="2860466"/>
          <a:ext cx="1342968" cy="53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Application fluide et modulaire</a:t>
          </a:r>
        </a:p>
      </dsp:txBody>
      <dsp:txXfrm>
        <a:off x="790312" y="2860466"/>
        <a:ext cx="1342968" cy="537187"/>
      </dsp:txXfrm>
    </dsp:sp>
    <dsp:sp modelId="{10D708BA-1BA9-40D1-B025-4C7A3B7BDDA3}">
      <dsp:nvSpPr>
        <dsp:cNvPr id="0" name=""/>
        <dsp:cNvSpPr/>
      </dsp:nvSpPr>
      <dsp:spPr>
        <a:xfrm>
          <a:off x="2737617" y="2032388"/>
          <a:ext cx="604335" cy="60433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B64CEA-E301-49FC-BD6B-A6B564D881BA}">
      <dsp:nvSpPr>
        <dsp:cNvPr id="0" name=""/>
        <dsp:cNvSpPr/>
      </dsp:nvSpPr>
      <dsp:spPr>
        <a:xfrm>
          <a:off x="2368300" y="2860466"/>
          <a:ext cx="1342968" cy="53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Bonne base pour futures améliorations</a:t>
          </a:r>
        </a:p>
      </dsp:txBody>
      <dsp:txXfrm>
        <a:off x="2368300" y="2860466"/>
        <a:ext cx="1342968" cy="5371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anchor="t">
            <a:normAutofit/>
          </a:bodyPr>
          <a:lstStyle/>
          <a:p>
            <a:pPr algn="l"/>
            <a:r>
              <a:rPr lang="en-CA" sz="3500">
                <a:solidFill>
                  <a:schemeClr val="tx2"/>
                </a:solidFill>
              </a:rPr>
              <a:t>Projet IA Multimodale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3224" y="3428999"/>
            <a:ext cx="3604268" cy="838831"/>
          </a:xfrm>
        </p:spPr>
        <p:txBody>
          <a:bodyPr anchor="b">
            <a:normAutofit/>
          </a:bodyPr>
          <a:lstStyle/>
          <a:p>
            <a:pPr algn="l"/>
            <a:r>
              <a:rPr lang="fr-FR" sz="1700" dirty="0">
                <a:solidFill>
                  <a:schemeClr val="tx2"/>
                </a:solidFill>
              </a:rPr>
              <a:t>Analyse d’Images &amp; Texte</a:t>
            </a:r>
          </a:p>
          <a:p>
            <a:pPr algn="l"/>
            <a:r>
              <a:rPr lang="fr-FR" sz="1700" dirty="0">
                <a:solidFill>
                  <a:schemeClr val="tx2"/>
                </a:solidFill>
              </a:rPr>
              <a:t>Par : Jane Grace Davis</a:t>
            </a:r>
          </a:p>
        </p:txBody>
      </p:sp>
      <p:pic>
        <p:nvPicPr>
          <p:cNvPr id="7" name="Graphic 6" descr="Coche">
            <a:extLst>
              <a:ext uri="{FF2B5EF4-FFF2-40B4-BE49-F238E27FC236}">
                <a16:creationId xmlns:a16="http://schemas.microsoft.com/office/drawing/2014/main" id="{B8934224-6F08-9517-3F81-83ABEFDCB3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CA" sz="3500"/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CA" sz="1700"/>
              <a:t>Développement d’une application Web IA intégrant :</a:t>
            </a:r>
          </a:p>
          <a:p>
            <a:r>
              <a:rPr lang="en-CA" sz="1700"/>
              <a:t>Analyse d’images (BLIP – image-to-text)</a:t>
            </a:r>
          </a:p>
          <a:p>
            <a:r>
              <a:rPr lang="en-CA" sz="1700"/>
              <a:t>Analyse de texte (sentiment analysis)</a:t>
            </a:r>
          </a:p>
          <a:p>
            <a:r>
              <a:rPr lang="en-CA" sz="1700"/>
              <a:t>Tableau de bord interactif (Streamlit)</a:t>
            </a:r>
          </a:p>
          <a:p>
            <a:r>
              <a:rPr lang="en-CA" sz="1700"/>
              <a:t>Exploration d’outils modernes : Transformers, Copilot, Torch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811F577B-BFD4-7B30-0BAA-08E5B66BCD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39" r="47611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n-CA" sz="3100"/>
              <a:t>2. Technologies Utilisées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F4700F-11D2-1C11-371A-CBACDEA3DD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40" r="36002" b="-2"/>
          <a:stretch>
            <a:fillRect/>
          </a:stretch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1BB20D-F282-13BC-8BA1-967238955F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2290473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192C51-B764-4A9B-9587-5EF8B628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557190"/>
            <a:ext cx="3886133" cy="1671569"/>
          </a:xfrm>
        </p:spPr>
        <p:txBody>
          <a:bodyPr>
            <a:normAutofit/>
          </a:bodyPr>
          <a:lstStyle/>
          <a:p>
            <a:r>
              <a:rPr lang="en-CA" sz="3500"/>
              <a:t>3. Architecture de l'Application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FFA3DD-07D5-6EF1-7DC4-138A78411A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73" r="27207" b="-1"/>
          <a:stretch>
            <a:fillRect/>
          </a:stretch>
        </p:blipFill>
        <p:spPr>
          <a:xfrm>
            <a:off x="4641866" y="10"/>
            <a:ext cx="4502133" cy="6857990"/>
          </a:xfrm>
          <a:prstGeom prst="rect">
            <a:avLst/>
          </a:prstGeom>
          <a:effectLst/>
        </p:spPr>
      </p:pic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7E7F6BE9-189E-1CCC-9683-090F14032A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1459422"/>
              </p:ext>
            </p:extLst>
          </p:nvPr>
        </p:nvGraphicFramePr>
        <p:xfrm>
          <a:off x="486697" y="2406650"/>
          <a:ext cx="3886131" cy="3722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509" y="723898"/>
            <a:ext cx="4501582" cy="1495425"/>
          </a:xfrm>
        </p:spPr>
        <p:txBody>
          <a:bodyPr>
            <a:normAutofit/>
          </a:bodyPr>
          <a:lstStyle/>
          <a:p>
            <a:r>
              <a:rPr lang="en-CA" sz="3500"/>
              <a:t>4. Méthodologie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C33F2A-625E-5A91-0C3C-3B86863F24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08" r="35784"/>
          <a:stretch>
            <a:fillRect/>
          </a:stretch>
        </p:blipFill>
        <p:spPr>
          <a:xfrm>
            <a:off x="5399580" y="10"/>
            <a:ext cx="3744420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05844B-61A3-3AEF-B92C-56B56494B4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9676451"/>
              </p:ext>
            </p:extLst>
          </p:nvPr>
        </p:nvGraphicFramePr>
        <p:xfrm>
          <a:off x="627510" y="2405067"/>
          <a:ext cx="4501582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509" y="723898"/>
            <a:ext cx="4501582" cy="1495425"/>
          </a:xfrm>
        </p:spPr>
        <p:txBody>
          <a:bodyPr>
            <a:normAutofit/>
          </a:bodyPr>
          <a:lstStyle/>
          <a:p>
            <a:r>
              <a:rPr lang="en-CA" sz="3500"/>
              <a:t>5. Résultats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C1F6DD-E019-FDB2-2A9F-7DFCEC89A1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88" r="34095" b="-1"/>
          <a:stretch>
            <a:fillRect/>
          </a:stretch>
        </p:blipFill>
        <p:spPr>
          <a:xfrm>
            <a:off x="5399580" y="10"/>
            <a:ext cx="3744420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407030-40F0-189E-AFC6-803D9C59A7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7266191"/>
              </p:ext>
            </p:extLst>
          </p:nvPr>
        </p:nvGraphicFramePr>
        <p:xfrm>
          <a:off x="627510" y="2405067"/>
          <a:ext cx="4501582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115" y="741391"/>
            <a:ext cx="5028904" cy="1616203"/>
          </a:xfrm>
        </p:spPr>
        <p:txBody>
          <a:bodyPr anchor="b">
            <a:normAutofit/>
          </a:bodyPr>
          <a:lstStyle/>
          <a:p>
            <a:r>
              <a:rPr lang="en-CA" sz="2800"/>
              <a:t>6.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3115" y="2533476"/>
            <a:ext cx="5028904" cy="3447832"/>
          </a:xfrm>
        </p:spPr>
        <p:txBody>
          <a:bodyPr anchor="t">
            <a:normAutofit/>
          </a:bodyPr>
          <a:lstStyle/>
          <a:p>
            <a:pPr algn="ctr"/>
            <a:r>
              <a:rPr lang="fr-FR" sz="1700"/>
              <a:t>Projet réussi démontrant l’intégration de modèles IA multimodaux dans une application Web. Ouvre la voie à un développement futur plus avancé.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F042CA-1AB3-5530-1155-8018D6D6A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12250" y="2221700"/>
            <a:ext cx="123362" cy="9155399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D5A982-4141-9143-22DC-C0713B397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157616" y="4576333"/>
            <a:ext cx="123362" cy="4446132"/>
          </a:xfrm>
          <a:prstGeom prst="rect">
            <a:avLst/>
          </a:prstGeom>
          <a:gradFill>
            <a:gsLst>
              <a:gs pos="19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197</Words>
  <Application>Microsoft Office PowerPoint</Application>
  <PresentationFormat>Affichage à l'écran (4:3)</PresentationFormat>
  <Paragraphs>39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Projet IA Multimodale</vt:lpstr>
      <vt:lpstr>1. Introduction</vt:lpstr>
      <vt:lpstr>2. Technologies Utilisées</vt:lpstr>
      <vt:lpstr>3. Architecture de l'Application</vt:lpstr>
      <vt:lpstr>4. Méthodologie</vt:lpstr>
      <vt:lpstr>5. Résultats</vt:lpstr>
      <vt:lpstr>6.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Jane Grace</dc:creator>
  <cp:keywords/>
  <dc:description>generated using python-pptx</dc:description>
  <cp:lastModifiedBy>Ngo Massing Soun, Jane Grace Davis</cp:lastModifiedBy>
  <cp:revision>2</cp:revision>
  <dcterms:created xsi:type="dcterms:W3CDTF">2013-01-27T09:14:16Z</dcterms:created>
  <dcterms:modified xsi:type="dcterms:W3CDTF">2025-12-10T04:09:25Z</dcterms:modified>
  <cp:category/>
</cp:coreProperties>
</file>